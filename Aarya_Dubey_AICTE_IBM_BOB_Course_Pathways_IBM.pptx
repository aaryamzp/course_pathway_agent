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9"/>
  </p:notesMasterIdLst>
  <p:sldIdLst>
    <p:sldId id="290" r:id="rId2"/>
    <p:sldId id="291" r:id="rId3"/>
    <p:sldId id="292" r:id="rId4"/>
    <p:sldId id="293" r:id="rId5"/>
    <p:sldId id="294" r:id="rId6"/>
    <p:sldId id="295" r:id="rId7"/>
    <p:sldId id="323" r:id="rId8"/>
    <p:sldId id="296" r:id="rId9"/>
    <p:sldId id="297" r:id="rId10"/>
    <p:sldId id="310" r:id="rId11"/>
    <p:sldId id="311" r:id="rId12"/>
    <p:sldId id="313" r:id="rId13"/>
    <p:sldId id="326" r:id="rId14"/>
    <p:sldId id="298" r:id="rId15"/>
    <p:sldId id="312" r:id="rId16"/>
    <p:sldId id="299" r:id="rId17"/>
    <p:sldId id="300" r:id="rId18"/>
    <p:sldId id="301" r:id="rId19"/>
    <p:sldId id="302" r:id="rId20"/>
    <p:sldId id="303" r:id="rId21"/>
    <p:sldId id="314" r:id="rId22"/>
    <p:sldId id="315" r:id="rId23"/>
    <p:sldId id="316" r:id="rId24"/>
    <p:sldId id="324" r:id="rId25"/>
    <p:sldId id="325" r:id="rId26"/>
    <p:sldId id="317" r:id="rId27"/>
    <p:sldId id="318" r:id="rId28"/>
    <p:sldId id="319" r:id="rId29"/>
    <p:sldId id="320" r:id="rId30"/>
    <p:sldId id="321" r:id="rId31"/>
    <p:sldId id="322" r:id="rId32"/>
    <p:sldId id="304" r:id="rId33"/>
    <p:sldId id="305" r:id="rId34"/>
    <p:sldId id="306" r:id="rId35"/>
    <p:sldId id="307" r:id="rId36"/>
    <p:sldId id="308" r:id="rId37"/>
    <p:sldId id="309" r:id="rId3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29" autoAdjust="0"/>
    <p:restoredTop sz="94660"/>
  </p:normalViewPr>
  <p:slideViewPr>
    <p:cSldViewPr snapToGrid="0">
      <p:cViewPr varScale="1">
        <p:scale>
          <a:sx n="58" d="100"/>
          <a:sy n="58" d="100"/>
        </p:scale>
        <p:origin x="10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ya Dubey" userId="e4649135a960018e" providerId="LiveId" clId="{69B0F544-7751-401E-825E-C7F8ECAA9A85}"/>
    <pc:docChg chg="undo custSel addSld modSld">
      <pc:chgData name="Aarya Dubey" userId="e4649135a960018e" providerId="LiveId" clId="{69B0F544-7751-401E-825E-C7F8ECAA9A85}" dt="2026-09-10T17:45:11.445" v="668" actId="1076"/>
      <pc:docMkLst>
        <pc:docMk/>
      </pc:docMkLst>
      <pc:sldChg chg="addSp delSp modSp mod">
        <pc:chgData name="Aarya Dubey" userId="e4649135a960018e" providerId="LiveId" clId="{69B0F544-7751-401E-825E-C7F8ECAA9A85}" dt="2026-09-09T13:36:28.312" v="563"/>
        <pc:sldMkLst>
          <pc:docMk/>
          <pc:sldMk cId="952317876" sldId="291"/>
        </pc:sldMkLst>
        <pc:spChg chg="del">
          <ac:chgData name="Aarya Dubey" userId="e4649135a960018e" providerId="LiveId" clId="{69B0F544-7751-401E-825E-C7F8ECAA9A85}" dt="2026-09-09T10:24:07.860" v="131" actId="478"/>
          <ac:spMkLst>
            <pc:docMk/>
            <pc:sldMk cId="952317876" sldId="291"/>
            <ac:spMk id="3" creationId="{B0B023FA-CFEB-ACE9-8425-7E72E307CDC5}"/>
          </ac:spMkLst>
        </pc:spChg>
        <pc:spChg chg="add del mod">
          <ac:chgData name="Aarya Dubey" userId="e4649135a960018e" providerId="LiveId" clId="{69B0F544-7751-401E-825E-C7F8ECAA9A85}" dt="2026-09-09T13:36:28.312" v="563"/>
          <ac:spMkLst>
            <pc:docMk/>
            <pc:sldMk cId="952317876" sldId="291"/>
            <ac:spMk id="4" creationId="{A828B9EF-C084-F5D4-CA27-75AF7D995640}"/>
          </ac:spMkLst>
        </pc:spChg>
        <pc:spChg chg="mod">
          <ac:chgData name="Aarya Dubey" userId="e4649135a960018e" providerId="LiveId" clId="{69B0F544-7751-401E-825E-C7F8ECAA9A85}" dt="2026-09-09T10:23:00.409" v="79" actId="122"/>
          <ac:spMkLst>
            <pc:docMk/>
            <pc:sldMk cId="952317876" sldId="291"/>
            <ac:spMk id="7" creationId="{3D723CA3-EC2D-165A-F109-3759C4E9C8A4}"/>
          </ac:spMkLst>
        </pc:spChg>
        <pc:graphicFrameChg chg="modGraphic">
          <ac:chgData name="Aarya Dubey" userId="e4649135a960018e" providerId="LiveId" clId="{69B0F544-7751-401E-825E-C7F8ECAA9A85}" dt="2026-09-09T10:23:53.985" v="130" actId="122"/>
          <ac:graphicFrameMkLst>
            <pc:docMk/>
            <pc:sldMk cId="952317876" sldId="291"/>
            <ac:graphicFrameMk id="96" creationId="{00000000-0000-0000-0000-000000000000}"/>
          </ac:graphicFrameMkLst>
        </pc:graphicFrameChg>
        <pc:picChg chg="add mod">
          <ac:chgData name="Aarya Dubey" userId="e4649135a960018e" providerId="LiveId" clId="{69B0F544-7751-401E-825E-C7F8ECAA9A85}" dt="2026-09-09T13:35:25.015" v="536" actId="1076"/>
          <ac:picMkLst>
            <pc:docMk/>
            <pc:sldMk cId="952317876" sldId="291"/>
            <ac:picMk id="5" creationId="{87B61571-0246-B025-C1C9-3366A4FA7869}"/>
          </ac:picMkLst>
        </pc:picChg>
        <pc:picChg chg="del">
          <ac:chgData name="Aarya Dubey" userId="e4649135a960018e" providerId="LiveId" clId="{69B0F544-7751-401E-825E-C7F8ECAA9A85}" dt="2026-09-09T10:23:31.968" v="96" actId="478"/>
          <ac:picMkLst>
            <pc:docMk/>
            <pc:sldMk cId="952317876" sldId="291"/>
            <ac:picMk id="98" creationId="{00000000-0000-0000-0000-000000000000}"/>
          </ac:picMkLst>
        </pc:picChg>
      </pc:sldChg>
      <pc:sldChg chg="addSp modSp mod">
        <pc:chgData name="Aarya Dubey" userId="e4649135a960018e" providerId="LiveId" clId="{69B0F544-7751-401E-825E-C7F8ECAA9A85}" dt="2026-09-09T10:39:29.865" v="317" actId="1076"/>
        <pc:sldMkLst>
          <pc:docMk/>
          <pc:sldMk cId="261653373" sldId="292"/>
        </pc:sldMkLst>
        <pc:spChg chg="mod">
          <ac:chgData name="Aarya Dubey" userId="e4649135a960018e" providerId="LiveId" clId="{69B0F544-7751-401E-825E-C7F8ECAA9A85}" dt="2026-09-09T10:39:29.865" v="317" actId="1076"/>
          <ac:spMkLst>
            <pc:docMk/>
            <pc:sldMk cId="261653373" sldId="292"/>
            <ac:spMk id="2" creationId="{C6F6745E-14BA-0766-CE1E-32E29663832D}"/>
          </ac:spMkLst>
        </pc:spChg>
        <pc:spChg chg="mod">
          <ac:chgData name="Aarya Dubey" userId="e4649135a960018e" providerId="LiveId" clId="{69B0F544-7751-401E-825E-C7F8ECAA9A85}" dt="2026-09-09T10:24:27.345" v="132" actId="20577"/>
          <ac:spMkLst>
            <pc:docMk/>
            <pc:sldMk cId="261653373" sldId="292"/>
            <ac:spMk id="3" creationId="{3847FA31-EA47-D27A-9D69-AF50A3080AEC}"/>
          </ac:spMkLst>
        </pc:spChg>
        <pc:spChg chg="add">
          <ac:chgData name="Aarya Dubey" userId="e4649135a960018e" providerId="LiveId" clId="{69B0F544-7751-401E-825E-C7F8ECAA9A85}" dt="2026-09-09T10:34:07.293" v="261"/>
          <ac:spMkLst>
            <pc:docMk/>
            <pc:sldMk cId="261653373" sldId="292"/>
            <ac:spMk id="4" creationId="{456FEBE5-27BA-8807-F3E0-650DD4AEB360}"/>
          </ac:spMkLst>
        </pc:spChg>
      </pc:sldChg>
      <pc:sldChg chg="modSp mod">
        <pc:chgData name="Aarya Dubey" userId="e4649135a960018e" providerId="LiveId" clId="{69B0F544-7751-401E-825E-C7F8ECAA9A85}" dt="2026-09-09T11:23:31.188" v="343" actId="20577"/>
        <pc:sldMkLst>
          <pc:docMk/>
          <pc:sldMk cId="619459906" sldId="293"/>
        </pc:sldMkLst>
        <pc:spChg chg="mod">
          <ac:chgData name="Aarya Dubey" userId="e4649135a960018e" providerId="LiveId" clId="{69B0F544-7751-401E-825E-C7F8ECAA9A85}" dt="2026-09-09T11:23:14.718" v="342" actId="20577"/>
          <ac:spMkLst>
            <pc:docMk/>
            <pc:sldMk cId="619459906" sldId="293"/>
            <ac:spMk id="2" creationId="{4A1BF701-ABCA-4DF0-8330-B6AF71EF8E39}"/>
          </ac:spMkLst>
        </pc:spChg>
        <pc:spChg chg="mod">
          <ac:chgData name="Aarya Dubey" userId="e4649135a960018e" providerId="LiveId" clId="{69B0F544-7751-401E-825E-C7F8ECAA9A85}" dt="2026-09-09T11:23:31.188" v="343" actId="20577"/>
          <ac:spMkLst>
            <pc:docMk/>
            <pc:sldMk cId="619459906" sldId="293"/>
            <ac:spMk id="3" creationId="{527F30CC-07EF-8FCC-DA00-C9212F5DAECE}"/>
          </ac:spMkLst>
        </pc:spChg>
      </pc:sldChg>
      <pc:sldChg chg="addSp delSp modSp mod">
        <pc:chgData name="Aarya Dubey" userId="e4649135a960018e" providerId="LiveId" clId="{69B0F544-7751-401E-825E-C7F8ECAA9A85}" dt="2026-09-09T11:27:29.453" v="363" actId="2710"/>
        <pc:sldMkLst>
          <pc:docMk/>
          <pc:sldMk cId="443603904" sldId="294"/>
        </pc:sldMkLst>
        <pc:spChg chg="add del mod">
          <ac:chgData name="Aarya Dubey" userId="e4649135a960018e" providerId="LiveId" clId="{69B0F544-7751-401E-825E-C7F8ECAA9A85}" dt="2026-09-09T11:27:29.453" v="363" actId="2710"/>
          <ac:spMkLst>
            <pc:docMk/>
            <pc:sldMk cId="443603904" sldId="294"/>
            <ac:spMk id="3" creationId="{4A7608B5-9906-EFCF-959A-E89FC2E3EE19}"/>
          </ac:spMkLst>
        </pc:spChg>
        <pc:spChg chg="add del">
          <ac:chgData name="Aarya Dubey" userId="e4649135a960018e" providerId="LiveId" clId="{69B0F544-7751-401E-825E-C7F8ECAA9A85}" dt="2026-09-09T11:25:56.517" v="351" actId="21"/>
          <ac:spMkLst>
            <pc:docMk/>
            <pc:sldMk cId="443603904" sldId="294"/>
            <ac:spMk id="4" creationId="{47F05EBF-998D-81E2-BD61-A5B0A85E1F40}"/>
          </ac:spMkLst>
        </pc:spChg>
        <pc:spChg chg="add mod">
          <ac:chgData name="Aarya Dubey" userId="e4649135a960018e" providerId="LiveId" clId="{69B0F544-7751-401E-825E-C7F8ECAA9A85}" dt="2026-09-09T11:26:01.604" v="353"/>
          <ac:spMkLst>
            <pc:docMk/>
            <pc:sldMk cId="443603904" sldId="294"/>
            <ac:spMk id="5" creationId="{4A7608B5-9906-EFCF-959A-E89FC2E3EE19}"/>
          </ac:spMkLst>
        </pc:spChg>
        <pc:spChg chg="add mod">
          <ac:chgData name="Aarya Dubey" userId="e4649135a960018e" providerId="LiveId" clId="{69B0F544-7751-401E-825E-C7F8ECAA9A85}" dt="2026-09-09T11:26:01.604" v="353"/>
          <ac:spMkLst>
            <pc:docMk/>
            <pc:sldMk cId="443603904" sldId="294"/>
            <ac:spMk id="6" creationId="{47F05EBF-998D-81E2-BD61-A5B0A85E1F40}"/>
          </ac:spMkLst>
        </pc:spChg>
      </pc:sldChg>
      <pc:sldChg chg="addSp delSp modSp mod">
        <pc:chgData name="Aarya Dubey" userId="e4649135a960018e" providerId="LiveId" clId="{69B0F544-7751-401E-825E-C7F8ECAA9A85}" dt="2026-09-10T17:24:13.978" v="641" actId="208"/>
        <pc:sldMkLst>
          <pc:docMk/>
          <pc:sldMk cId="3114963633" sldId="295"/>
        </pc:sldMkLst>
        <pc:spChg chg="del mod">
          <ac:chgData name="Aarya Dubey" userId="e4649135a960018e" providerId="LiveId" clId="{69B0F544-7751-401E-825E-C7F8ECAA9A85}" dt="2026-09-09T13:21:29.194" v="426"/>
          <ac:spMkLst>
            <pc:docMk/>
            <pc:sldMk cId="3114963633" sldId="295"/>
            <ac:spMk id="2" creationId="{9BB86949-7ED1-C43B-B1E3-5122BB67A596}"/>
          </ac:spMkLst>
        </pc:spChg>
        <pc:spChg chg="add mod">
          <ac:chgData name="Aarya Dubey" userId="e4649135a960018e" providerId="LiveId" clId="{69B0F544-7751-401E-825E-C7F8ECAA9A85}" dt="2026-09-10T17:24:13.978" v="641" actId="208"/>
          <ac:spMkLst>
            <pc:docMk/>
            <pc:sldMk cId="3114963633" sldId="295"/>
            <ac:spMk id="5" creationId="{84688F9F-C4A1-26B6-0ED8-70476801C272}"/>
          </ac:spMkLst>
        </pc:spChg>
        <pc:spChg chg="del">
          <ac:chgData name="Aarya Dubey" userId="e4649135a960018e" providerId="LiveId" clId="{69B0F544-7751-401E-825E-C7F8ECAA9A85}" dt="2026-09-09T13:19:52.825" v="420" actId="478"/>
          <ac:spMkLst>
            <pc:docMk/>
            <pc:sldMk cId="3114963633" sldId="295"/>
            <ac:spMk id="9" creationId="{6FFF7BC6-93D0-8D42-34B7-C226B1B96C2D}"/>
          </ac:spMkLst>
        </pc:spChg>
        <pc:spChg chg="del">
          <ac:chgData name="Aarya Dubey" userId="e4649135a960018e" providerId="LiveId" clId="{69B0F544-7751-401E-825E-C7F8ECAA9A85}" dt="2026-09-10T17:23:38.044" v="635" actId="478"/>
          <ac:spMkLst>
            <pc:docMk/>
            <pc:sldMk cId="3114963633" sldId="295"/>
            <ac:spMk id="10" creationId="{A6C81E80-ED7B-4240-A8EE-0221D9ACD900}"/>
          </ac:spMkLst>
        </pc:spChg>
        <pc:picChg chg="add mod">
          <ac:chgData name="Aarya Dubey" userId="e4649135a960018e" providerId="LiveId" clId="{69B0F544-7751-401E-825E-C7F8ECAA9A85}" dt="2026-09-10T17:23:45.068" v="638" actId="1076"/>
          <ac:picMkLst>
            <pc:docMk/>
            <pc:sldMk cId="3114963633" sldId="295"/>
            <ac:picMk id="3" creationId="{5AD5899C-20BD-650B-2D6C-1361A7A78D66}"/>
          </ac:picMkLst>
        </pc:picChg>
        <pc:picChg chg="add del mod">
          <ac:chgData name="Aarya Dubey" userId="e4649135a960018e" providerId="LiveId" clId="{69B0F544-7751-401E-825E-C7F8ECAA9A85}" dt="2026-09-10T17:23:33.832" v="634" actId="478"/>
          <ac:picMkLst>
            <pc:docMk/>
            <pc:sldMk cId="3114963633" sldId="295"/>
            <ac:picMk id="4" creationId="{D0AED06C-DB50-37B4-7C78-29E72A111AAE}"/>
          </ac:picMkLst>
        </pc:picChg>
        <pc:picChg chg="del mod">
          <ac:chgData name="Aarya Dubey" userId="e4649135a960018e" providerId="LiveId" clId="{69B0F544-7751-401E-825E-C7F8ECAA9A85}" dt="2026-09-09T13:19:49.375" v="419" actId="478"/>
          <ac:picMkLst>
            <pc:docMk/>
            <pc:sldMk cId="3114963633" sldId="295"/>
            <ac:picMk id="5" creationId="{61F38907-89DE-28F7-316F-44E7DAB9309E}"/>
          </ac:picMkLst>
        </pc:picChg>
      </pc:sldChg>
      <pc:sldChg chg="addSp delSp modSp mod">
        <pc:chgData name="Aarya Dubey" userId="e4649135a960018e" providerId="LiveId" clId="{69B0F544-7751-401E-825E-C7F8ECAA9A85}" dt="2026-09-09T13:50:01.900" v="606" actId="1076"/>
        <pc:sldMkLst>
          <pc:docMk/>
          <pc:sldMk cId="1316545553" sldId="296"/>
        </pc:sldMkLst>
        <pc:picChg chg="add mod">
          <ac:chgData name="Aarya Dubey" userId="e4649135a960018e" providerId="LiveId" clId="{69B0F544-7751-401E-825E-C7F8ECAA9A85}" dt="2026-09-09T13:50:01.900" v="606" actId="1076"/>
          <ac:picMkLst>
            <pc:docMk/>
            <pc:sldMk cId="1316545553" sldId="296"/>
            <ac:picMk id="4" creationId="{C6FACBCD-3044-E398-51A8-EFF70B48E06D}"/>
          </ac:picMkLst>
        </pc:picChg>
        <pc:picChg chg="del">
          <ac:chgData name="Aarya Dubey" userId="e4649135a960018e" providerId="LiveId" clId="{69B0F544-7751-401E-825E-C7F8ECAA9A85}" dt="2026-09-09T13:21:40.664" v="427" actId="478"/>
          <ac:picMkLst>
            <pc:docMk/>
            <pc:sldMk cId="1316545553" sldId="296"/>
            <ac:picMk id="5" creationId="{5DC7512A-0AA7-CC22-D1D2-C738BF12660E}"/>
          </ac:picMkLst>
        </pc:picChg>
      </pc:sldChg>
      <pc:sldChg chg="addSp delSp modSp mod">
        <pc:chgData name="Aarya Dubey" userId="e4649135a960018e" providerId="LiveId" clId="{69B0F544-7751-401E-825E-C7F8ECAA9A85}" dt="2026-09-09T10:16:56.743" v="5" actId="1076"/>
        <pc:sldMkLst>
          <pc:docMk/>
          <pc:sldMk cId="232371894" sldId="297"/>
        </pc:sldMkLst>
        <pc:picChg chg="add del">
          <ac:chgData name="Aarya Dubey" userId="e4649135a960018e" providerId="LiveId" clId="{69B0F544-7751-401E-825E-C7F8ECAA9A85}" dt="2026-09-09T10:16:47.687" v="2" actId="478"/>
          <ac:picMkLst>
            <pc:docMk/>
            <pc:sldMk cId="232371894" sldId="297"/>
            <ac:picMk id="3" creationId="{4BA106A3-584C-F8C0-7871-E6D11ABBC3C1}"/>
          </ac:picMkLst>
        </pc:picChg>
        <pc:picChg chg="del">
          <ac:chgData name="Aarya Dubey" userId="e4649135a960018e" providerId="LiveId" clId="{69B0F544-7751-401E-825E-C7F8ECAA9A85}" dt="2026-09-09T10:15:53.458" v="0" actId="478"/>
          <ac:picMkLst>
            <pc:docMk/>
            <pc:sldMk cId="232371894" sldId="297"/>
            <ac:picMk id="5" creationId="{433A290A-6680-D490-E6D4-9336496B1C34}"/>
          </ac:picMkLst>
        </pc:picChg>
        <pc:picChg chg="add mod">
          <ac:chgData name="Aarya Dubey" userId="e4649135a960018e" providerId="LiveId" clId="{69B0F544-7751-401E-825E-C7F8ECAA9A85}" dt="2026-09-09T10:16:56.743" v="5" actId="1076"/>
          <ac:picMkLst>
            <pc:docMk/>
            <pc:sldMk cId="232371894" sldId="297"/>
            <ac:picMk id="6" creationId="{F0B0D639-20B9-7635-FFA2-2A978B484F56}"/>
          </ac:picMkLst>
        </pc:picChg>
      </pc:sldChg>
      <pc:sldChg chg="addSp delSp modSp mod">
        <pc:chgData name="Aarya Dubey" userId="e4649135a960018e" providerId="LiveId" clId="{69B0F544-7751-401E-825E-C7F8ECAA9A85}" dt="2026-09-09T13:32:36.985" v="492" actId="1076"/>
        <pc:sldMkLst>
          <pc:docMk/>
          <pc:sldMk cId="445195169" sldId="298"/>
        </pc:sldMkLst>
        <pc:picChg chg="del">
          <ac:chgData name="Aarya Dubey" userId="e4649135a960018e" providerId="LiveId" clId="{69B0F544-7751-401E-825E-C7F8ECAA9A85}" dt="2026-09-09T13:32:09.762" v="489" actId="478"/>
          <ac:picMkLst>
            <pc:docMk/>
            <pc:sldMk cId="445195169" sldId="298"/>
            <ac:picMk id="3" creationId="{81932CE2-F219-0CA8-0102-55B8C682B8A2}"/>
          </ac:picMkLst>
        </pc:picChg>
        <pc:picChg chg="add mod">
          <ac:chgData name="Aarya Dubey" userId="e4649135a960018e" providerId="LiveId" clId="{69B0F544-7751-401E-825E-C7F8ECAA9A85}" dt="2026-09-09T13:32:36.985" v="492" actId="1076"/>
          <ac:picMkLst>
            <pc:docMk/>
            <pc:sldMk cId="445195169" sldId="298"/>
            <ac:picMk id="5" creationId="{6504D2AE-8468-FF63-1CDC-4B38059FD222}"/>
          </ac:picMkLst>
        </pc:picChg>
      </pc:sldChg>
      <pc:sldChg chg="modSp mod">
        <pc:chgData name="Aarya Dubey" userId="e4649135a960018e" providerId="LiveId" clId="{69B0F544-7751-401E-825E-C7F8ECAA9A85}" dt="2026-09-09T13:25:38.286" v="471" actId="113"/>
        <pc:sldMkLst>
          <pc:docMk/>
          <pc:sldMk cId="4000696967" sldId="299"/>
        </pc:sldMkLst>
        <pc:spChg chg="mod">
          <ac:chgData name="Aarya Dubey" userId="e4649135a960018e" providerId="LiveId" clId="{69B0F544-7751-401E-825E-C7F8ECAA9A85}" dt="2026-09-09T13:25:38.286" v="471" actId="113"/>
          <ac:spMkLst>
            <pc:docMk/>
            <pc:sldMk cId="4000696967" sldId="299"/>
            <ac:spMk id="3" creationId="{322462E8-EB3A-DA7D-44CB-4E757803A755}"/>
          </ac:spMkLst>
        </pc:spChg>
      </pc:sldChg>
      <pc:sldChg chg="addSp delSp modSp mod">
        <pc:chgData name="Aarya Dubey" userId="e4649135a960018e" providerId="LiveId" clId="{69B0F544-7751-401E-825E-C7F8ECAA9A85}" dt="2026-09-10T17:44:55.640" v="667" actId="20577"/>
        <pc:sldMkLst>
          <pc:docMk/>
          <pc:sldMk cId="893417001" sldId="300"/>
        </pc:sldMkLst>
        <pc:spChg chg="mod">
          <ac:chgData name="Aarya Dubey" userId="e4649135a960018e" providerId="LiveId" clId="{69B0F544-7751-401E-825E-C7F8ECAA9A85}" dt="2026-09-10T17:44:55.640" v="667" actId="20577"/>
          <ac:spMkLst>
            <pc:docMk/>
            <pc:sldMk cId="893417001" sldId="300"/>
            <ac:spMk id="5" creationId="{1BD576A0-BF64-32B6-1E59-49AA2C59C5CE}"/>
          </ac:spMkLst>
        </pc:spChg>
        <pc:spChg chg="mod">
          <ac:chgData name="Aarya Dubey" userId="e4649135a960018e" providerId="LiveId" clId="{69B0F544-7751-401E-825E-C7F8ECAA9A85}" dt="2026-09-09T13:34:41.007" v="529" actId="20577"/>
          <ac:spMkLst>
            <pc:docMk/>
            <pc:sldMk cId="893417001" sldId="300"/>
            <ac:spMk id="278" creationId="{D62F03A8-A8A8-CB93-006E-7173DC866F6F}"/>
          </ac:spMkLst>
        </pc:spChg>
        <pc:picChg chg="add del mod">
          <ac:chgData name="Aarya Dubey" userId="e4649135a960018e" providerId="LiveId" clId="{69B0F544-7751-401E-825E-C7F8ECAA9A85}" dt="2026-09-10T17:44:28.797" v="659" actId="478"/>
          <ac:picMkLst>
            <pc:docMk/>
            <pc:sldMk cId="893417001" sldId="300"/>
            <ac:picMk id="3" creationId="{9C53F781-2510-DF20-033F-0C3C8B33789A}"/>
          </ac:picMkLst>
        </pc:picChg>
        <pc:picChg chg="add mod">
          <ac:chgData name="Aarya Dubey" userId="e4649135a960018e" providerId="LiveId" clId="{69B0F544-7751-401E-825E-C7F8ECAA9A85}" dt="2026-09-10T17:44:45.476" v="665" actId="14100"/>
          <ac:picMkLst>
            <pc:docMk/>
            <pc:sldMk cId="893417001" sldId="300"/>
            <ac:picMk id="4" creationId="{610A6378-F8AB-857E-5BDC-DC2A98FF37B3}"/>
          </ac:picMkLst>
        </pc:picChg>
        <pc:picChg chg="add mod">
          <ac:chgData name="Aarya Dubey" userId="e4649135a960018e" providerId="LiveId" clId="{69B0F544-7751-401E-825E-C7F8ECAA9A85}" dt="2026-09-09T13:33:59.193" v="501" actId="1076"/>
          <ac:picMkLst>
            <pc:docMk/>
            <pc:sldMk cId="893417001" sldId="300"/>
            <ac:picMk id="6" creationId="{8B82641B-81BE-3A56-6A92-5C071E3E506B}"/>
          </ac:picMkLst>
        </pc:picChg>
        <pc:picChg chg="del">
          <ac:chgData name="Aarya Dubey" userId="e4649135a960018e" providerId="LiveId" clId="{69B0F544-7751-401E-825E-C7F8ECAA9A85}" dt="2026-09-09T13:33:01.655" v="497" actId="478"/>
          <ac:picMkLst>
            <pc:docMk/>
            <pc:sldMk cId="893417001" sldId="300"/>
            <ac:picMk id="12" creationId="{3E29AF1D-88C4-87E5-74DF-4E97121E06CE}"/>
          </ac:picMkLst>
        </pc:picChg>
        <pc:picChg chg="del">
          <ac:chgData name="Aarya Dubey" userId="e4649135a960018e" providerId="LiveId" clId="{69B0F544-7751-401E-825E-C7F8ECAA9A85}" dt="2026-09-09T13:32:50.774" v="493" actId="478"/>
          <ac:picMkLst>
            <pc:docMk/>
            <pc:sldMk cId="893417001" sldId="300"/>
            <ac:picMk id="13" creationId="{C81444F5-0692-DD67-1759-70821E53B029}"/>
          </ac:picMkLst>
        </pc:picChg>
      </pc:sldChg>
      <pc:sldChg chg="addSp delSp modSp mod">
        <pc:chgData name="Aarya Dubey" userId="e4649135a960018e" providerId="LiveId" clId="{69B0F544-7751-401E-825E-C7F8ECAA9A85}" dt="2026-09-09T12:40:45.453" v="389" actId="1076"/>
        <pc:sldMkLst>
          <pc:docMk/>
          <pc:sldMk cId="1429961814" sldId="301"/>
        </pc:sldMkLst>
        <pc:spChg chg="del">
          <ac:chgData name="Aarya Dubey" userId="e4649135a960018e" providerId="LiveId" clId="{69B0F544-7751-401E-825E-C7F8ECAA9A85}" dt="2026-09-09T12:40:18.249" v="384" actId="478"/>
          <ac:spMkLst>
            <pc:docMk/>
            <pc:sldMk cId="1429961814" sldId="301"/>
            <ac:spMk id="2" creationId="{CCA977A3-5FA0-8FF5-E1D1-86C9ED676512}"/>
          </ac:spMkLst>
        </pc:spChg>
        <pc:spChg chg="add del">
          <ac:chgData name="Aarya Dubey" userId="e4649135a960018e" providerId="LiveId" clId="{69B0F544-7751-401E-825E-C7F8ECAA9A85}" dt="2026-09-09T12:40:22.111" v="386" actId="478"/>
          <ac:spMkLst>
            <pc:docMk/>
            <pc:sldMk cId="1429961814" sldId="301"/>
            <ac:spMk id="5" creationId="{3A0B0574-B00C-3BF2-B7AD-6E5A3E109E86}"/>
          </ac:spMkLst>
        </pc:spChg>
        <pc:picChg chg="del">
          <ac:chgData name="Aarya Dubey" userId="e4649135a960018e" providerId="LiveId" clId="{69B0F544-7751-401E-825E-C7F8ECAA9A85}" dt="2026-09-09T12:40:14.205" v="383" actId="478"/>
          <ac:picMkLst>
            <pc:docMk/>
            <pc:sldMk cId="1429961814" sldId="301"/>
            <ac:picMk id="4" creationId="{E430EE8C-8F89-5938-483F-00452050511A}"/>
          </ac:picMkLst>
        </pc:picChg>
        <pc:picChg chg="add mod">
          <ac:chgData name="Aarya Dubey" userId="e4649135a960018e" providerId="LiveId" clId="{69B0F544-7751-401E-825E-C7F8ECAA9A85}" dt="2026-09-09T12:40:45.453" v="389" actId="1076"/>
          <ac:picMkLst>
            <pc:docMk/>
            <pc:sldMk cId="1429961814" sldId="301"/>
            <ac:picMk id="7" creationId="{CF4B5ED8-B0B2-A390-E0AA-AC92F5C833CE}"/>
          </ac:picMkLst>
        </pc:picChg>
      </pc:sldChg>
      <pc:sldChg chg="addSp delSp mod">
        <pc:chgData name="Aarya Dubey" userId="e4649135a960018e" providerId="LiveId" clId="{69B0F544-7751-401E-825E-C7F8ECAA9A85}" dt="2026-09-09T13:15:41.748" v="397" actId="22"/>
        <pc:sldMkLst>
          <pc:docMk/>
          <pc:sldMk cId="3585092305" sldId="302"/>
        </pc:sldMkLst>
        <pc:spChg chg="del">
          <ac:chgData name="Aarya Dubey" userId="e4649135a960018e" providerId="LiveId" clId="{69B0F544-7751-401E-825E-C7F8ECAA9A85}" dt="2026-09-09T13:15:40.232" v="396" actId="478"/>
          <ac:spMkLst>
            <pc:docMk/>
            <pc:sldMk cId="3585092305" sldId="302"/>
            <ac:spMk id="2" creationId="{9692D13D-6B69-03D8-BA22-587B943A2572}"/>
          </ac:spMkLst>
        </pc:spChg>
        <pc:picChg chg="add">
          <ac:chgData name="Aarya Dubey" userId="e4649135a960018e" providerId="LiveId" clId="{69B0F544-7751-401E-825E-C7F8ECAA9A85}" dt="2026-09-09T13:15:41.748" v="397" actId="22"/>
          <ac:picMkLst>
            <pc:docMk/>
            <pc:sldMk cId="3585092305" sldId="302"/>
            <ac:picMk id="4" creationId="{3E54C75C-70C5-68EB-D833-F9CC033B7F28}"/>
          </ac:picMkLst>
        </pc:picChg>
        <pc:picChg chg="del">
          <ac:chgData name="Aarya Dubey" userId="e4649135a960018e" providerId="LiveId" clId="{69B0F544-7751-401E-825E-C7F8ECAA9A85}" dt="2026-09-09T13:15:35.399" v="395" actId="478"/>
          <ac:picMkLst>
            <pc:docMk/>
            <pc:sldMk cId="3585092305" sldId="302"/>
            <ac:picMk id="5" creationId="{146B9DE6-C4BB-B81B-528A-B8789445C3FE}"/>
          </ac:picMkLst>
        </pc:picChg>
      </pc:sldChg>
      <pc:sldChg chg="addSp delSp modSp mod">
        <pc:chgData name="Aarya Dubey" userId="e4649135a960018e" providerId="LiveId" clId="{69B0F544-7751-401E-825E-C7F8ECAA9A85}" dt="2026-09-09T13:16:20.551" v="402" actId="1076"/>
        <pc:sldMkLst>
          <pc:docMk/>
          <pc:sldMk cId="2601907186" sldId="303"/>
        </pc:sldMkLst>
        <pc:spChg chg="del">
          <ac:chgData name="Aarya Dubey" userId="e4649135a960018e" providerId="LiveId" clId="{69B0F544-7751-401E-825E-C7F8ECAA9A85}" dt="2026-09-09T13:16:14.136" v="399" actId="478"/>
          <ac:spMkLst>
            <pc:docMk/>
            <pc:sldMk cId="2601907186" sldId="303"/>
            <ac:spMk id="2" creationId="{EB55001C-8880-8B09-8704-29D3F62E7A03}"/>
          </ac:spMkLst>
        </pc:spChg>
        <pc:picChg chg="del">
          <ac:chgData name="Aarya Dubey" userId="e4649135a960018e" providerId="LiveId" clId="{69B0F544-7751-401E-825E-C7F8ECAA9A85}" dt="2026-09-09T13:16:10.894" v="398" actId="478"/>
          <ac:picMkLst>
            <pc:docMk/>
            <pc:sldMk cId="2601907186" sldId="303"/>
            <ac:picMk id="4" creationId="{BA6C1B5E-405A-0E58-2397-353A88D82B9B}"/>
          </ac:picMkLst>
        </pc:picChg>
        <pc:picChg chg="add mod">
          <ac:chgData name="Aarya Dubey" userId="e4649135a960018e" providerId="LiveId" clId="{69B0F544-7751-401E-825E-C7F8ECAA9A85}" dt="2026-09-09T13:16:20.551" v="402" actId="1076"/>
          <ac:picMkLst>
            <pc:docMk/>
            <pc:sldMk cId="2601907186" sldId="303"/>
            <ac:picMk id="5" creationId="{E85E8A73-3FCE-15E6-C963-C099C5FFFA16}"/>
          </ac:picMkLst>
        </pc:picChg>
      </pc:sldChg>
      <pc:sldChg chg="modSp mod">
        <pc:chgData name="Aarya Dubey" userId="e4649135a960018e" providerId="LiveId" clId="{69B0F544-7751-401E-825E-C7F8ECAA9A85}" dt="2026-09-09T13:30:33.945" v="488" actId="20577"/>
        <pc:sldMkLst>
          <pc:docMk/>
          <pc:sldMk cId="2325282270" sldId="304"/>
        </pc:sldMkLst>
        <pc:spChg chg="mod">
          <ac:chgData name="Aarya Dubey" userId="e4649135a960018e" providerId="LiveId" clId="{69B0F544-7751-401E-825E-C7F8ECAA9A85}" dt="2026-09-09T13:30:33.945" v="488" actId="20577"/>
          <ac:spMkLst>
            <pc:docMk/>
            <pc:sldMk cId="2325282270" sldId="304"/>
            <ac:spMk id="3" creationId="{ED65F54F-855A-0DB6-09A6-3212C5F7405B}"/>
          </ac:spMkLst>
        </pc:spChg>
      </pc:sldChg>
      <pc:sldChg chg="addSp modSp mod">
        <pc:chgData name="Aarya Dubey" userId="e4649135a960018e" providerId="LiveId" clId="{69B0F544-7751-401E-825E-C7F8ECAA9A85}" dt="2026-09-09T13:43:38.416" v="603" actId="1076"/>
        <pc:sldMkLst>
          <pc:docMk/>
          <pc:sldMk cId="4040412275" sldId="305"/>
        </pc:sldMkLst>
        <pc:spChg chg="add mod">
          <ac:chgData name="Aarya Dubey" userId="e4649135a960018e" providerId="LiveId" clId="{69B0F544-7751-401E-825E-C7F8ECAA9A85}" dt="2026-09-09T13:43:38.416" v="603" actId="1076"/>
          <ac:spMkLst>
            <pc:docMk/>
            <pc:sldMk cId="4040412275" sldId="305"/>
            <ac:spMk id="3" creationId="{E4FE5FDC-1F8C-84AE-7415-D228B2B4A66E}"/>
          </ac:spMkLst>
        </pc:spChg>
        <pc:spChg chg="mod">
          <ac:chgData name="Aarya Dubey" userId="e4649135a960018e" providerId="LiveId" clId="{69B0F544-7751-401E-825E-C7F8ECAA9A85}" dt="2026-09-09T13:36:59.119" v="564" actId="20577"/>
          <ac:spMkLst>
            <pc:docMk/>
            <pc:sldMk cId="4040412275" sldId="305"/>
            <ac:spMk id="279" creationId="{3711AF54-94A6-B837-31EF-9A8C4ECB9AF6}"/>
          </ac:spMkLst>
        </pc:spChg>
      </pc:sldChg>
      <pc:sldChg chg="addSp modSp mod">
        <pc:chgData name="Aarya Dubey" userId="e4649135a960018e" providerId="LiveId" clId="{69B0F544-7751-401E-825E-C7F8ECAA9A85}" dt="2026-09-10T17:45:11.445" v="668" actId="1076"/>
        <pc:sldMkLst>
          <pc:docMk/>
          <pc:sldMk cId="740028465" sldId="306"/>
        </pc:sldMkLst>
        <pc:spChg chg="add">
          <ac:chgData name="Aarya Dubey" userId="e4649135a960018e" providerId="LiveId" clId="{69B0F544-7751-401E-825E-C7F8ECAA9A85}" dt="2026-09-09T13:38:50.446" v="568"/>
          <ac:spMkLst>
            <pc:docMk/>
            <pc:sldMk cId="740028465" sldId="306"/>
            <ac:spMk id="2" creationId="{3A3D2BFB-218E-47EA-C4CD-9537E4AD39C4}"/>
          </ac:spMkLst>
        </pc:spChg>
        <pc:spChg chg="mod">
          <ac:chgData name="Aarya Dubey" userId="e4649135a960018e" providerId="LiveId" clId="{69B0F544-7751-401E-825E-C7F8ECAA9A85}" dt="2026-09-10T17:45:11.445" v="668" actId="1076"/>
          <ac:spMkLst>
            <pc:docMk/>
            <pc:sldMk cId="740028465" sldId="306"/>
            <ac:spMk id="278" creationId="{0668C6FD-577A-7288-5642-1AFC22BD04F2}"/>
          </ac:spMkLst>
        </pc:spChg>
        <pc:spChg chg="mod">
          <ac:chgData name="Aarya Dubey" userId="e4649135a960018e" providerId="LiveId" clId="{69B0F544-7751-401E-825E-C7F8ECAA9A85}" dt="2026-09-09T13:41:59.221" v="601"/>
          <ac:spMkLst>
            <pc:docMk/>
            <pc:sldMk cId="740028465" sldId="306"/>
            <ac:spMk id="279" creationId="{EAFA16CB-0A72-5AC5-69A0-ABF4A752B43F}"/>
          </ac:spMkLst>
        </pc:spChg>
      </pc:sldChg>
      <pc:sldChg chg="addSp delSp modSp add mod">
        <pc:chgData name="Aarya Dubey" userId="e4649135a960018e" providerId="LiveId" clId="{69B0F544-7751-401E-825E-C7F8ECAA9A85}" dt="2026-09-09T11:35:49.419" v="369" actId="1076"/>
        <pc:sldMkLst>
          <pc:docMk/>
          <pc:sldMk cId="1443311956" sldId="310"/>
        </pc:sldMkLst>
        <pc:picChg chg="add mod">
          <ac:chgData name="Aarya Dubey" userId="e4649135a960018e" providerId="LiveId" clId="{69B0F544-7751-401E-825E-C7F8ECAA9A85}" dt="2026-09-09T11:35:49.419" v="369" actId="1076"/>
          <ac:picMkLst>
            <pc:docMk/>
            <pc:sldMk cId="1443311956" sldId="310"/>
            <ac:picMk id="3" creationId="{67D99220-B6E5-9480-E11D-CEFFBF7FB303}"/>
          </ac:picMkLst>
        </pc:picChg>
        <pc:picChg chg="del">
          <ac:chgData name="Aarya Dubey" userId="e4649135a960018e" providerId="LiveId" clId="{69B0F544-7751-401E-825E-C7F8ECAA9A85}" dt="2026-09-09T11:35:27.601" v="366" actId="478"/>
          <ac:picMkLst>
            <pc:docMk/>
            <pc:sldMk cId="1443311956" sldId="310"/>
            <ac:picMk id="6" creationId="{3A7B76C6-38DF-6B4F-4D60-C0DCB9FC204C}"/>
          </ac:picMkLst>
        </pc:picChg>
      </pc:sldChg>
      <pc:sldChg chg="addSp delSp modSp add mod">
        <pc:chgData name="Aarya Dubey" userId="e4649135a960018e" providerId="LiveId" clId="{69B0F544-7751-401E-825E-C7F8ECAA9A85}" dt="2026-09-09T11:36:18.819" v="376" actId="1076"/>
        <pc:sldMkLst>
          <pc:docMk/>
          <pc:sldMk cId="2008302463" sldId="311"/>
        </pc:sldMkLst>
        <pc:picChg chg="add del mod">
          <ac:chgData name="Aarya Dubey" userId="e4649135a960018e" providerId="LiveId" clId="{69B0F544-7751-401E-825E-C7F8ECAA9A85}" dt="2026-09-09T11:36:06.049" v="373" actId="478"/>
          <ac:picMkLst>
            <pc:docMk/>
            <pc:sldMk cId="2008302463" sldId="311"/>
            <ac:picMk id="3" creationId="{E80F82B4-F4F2-6EA6-69DB-ED4BC293B4DB}"/>
          </ac:picMkLst>
        </pc:picChg>
        <pc:picChg chg="add mod">
          <ac:chgData name="Aarya Dubey" userId="e4649135a960018e" providerId="LiveId" clId="{69B0F544-7751-401E-825E-C7F8ECAA9A85}" dt="2026-09-09T11:36:18.819" v="376" actId="1076"/>
          <ac:picMkLst>
            <pc:docMk/>
            <pc:sldMk cId="2008302463" sldId="311"/>
            <ac:picMk id="5" creationId="{8DAA2D76-BD34-9E76-44CA-F4B875BAE37F}"/>
          </ac:picMkLst>
        </pc:picChg>
        <pc:picChg chg="del">
          <ac:chgData name="Aarya Dubey" userId="e4649135a960018e" providerId="LiveId" clId="{69B0F544-7751-401E-825E-C7F8ECAA9A85}" dt="2026-09-09T11:35:52.217" v="370" actId="478"/>
          <ac:picMkLst>
            <pc:docMk/>
            <pc:sldMk cId="2008302463" sldId="311"/>
            <ac:picMk id="6" creationId="{0E8EE662-1E97-E612-4878-7B1C14B736AA}"/>
          </ac:picMkLst>
        </pc:picChg>
      </pc:sldChg>
      <pc:sldChg chg="addSp delSp modSp add mod">
        <pc:chgData name="Aarya Dubey" userId="e4649135a960018e" providerId="LiveId" clId="{69B0F544-7751-401E-825E-C7F8ECAA9A85}" dt="2026-09-09T12:35:12.047" v="382" actId="1076"/>
        <pc:sldMkLst>
          <pc:docMk/>
          <pc:sldMk cId="2412837814" sldId="312"/>
        </pc:sldMkLst>
        <pc:spChg chg="add del">
          <ac:chgData name="Aarya Dubey" userId="e4649135a960018e" providerId="LiveId" clId="{69B0F544-7751-401E-825E-C7F8ECAA9A85}" dt="2026-09-09T12:34:49.501" v="380" actId="22"/>
          <ac:spMkLst>
            <pc:docMk/>
            <pc:sldMk cId="2412837814" sldId="312"/>
            <ac:spMk id="5" creationId="{B8A2D3A1-ADC3-20D2-61D0-264DF4119F91}"/>
          </ac:spMkLst>
        </pc:spChg>
        <pc:picChg chg="del">
          <ac:chgData name="Aarya Dubey" userId="e4649135a960018e" providerId="LiveId" clId="{69B0F544-7751-401E-825E-C7F8ECAA9A85}" dt="2026-09-09T12:34:46.528" v="378" actId="478"/>
          <ac:picMkLst>
            <pc:docMk/>
            <pc:sldMk cId="2412837814" sldId="312"/>
            <ac:picMk id="3" creationId="{C1B6B0EB-D6E2-15DC-CC27-CB0999C4FCB6}"/>
          </ac:picMkLst>
        </pc:picChg>
        <pc:picChg chg="add mod">
          <ac:chgData name="Aarya Dubey" userId="e4649135a960018e" providerId="LiveId" clId="{69B0F544-7751-401E-825E-C7F8ECAA9A85}" dt="2026-09-09T12:35:12.047" v="382" actId="1076"/>
          <ac:picMkLst>
            <pc:docMk/>
            <pc:sldMk cId="2412837814" sldId="312"/>
            <ac:picMk id="7" creationId="{2D103DFD-0E0D-66C8-5292-A56706F36453}"/>
          </ac:picMkLst>
        </pc:picChg>
      </pc:sldChg>
      <pc:sldChg chg="addSp delSp modSp add mod">
        <pc:chgData name="Aarya Dubey" userId="e4649135a960018e" providerId="LiveId" clId="{69B0F544-7751-401E-825E-C7F8ECAA9A85}" dt="2026-09-09T12:47:49.700" v="394" actId="1076"/>
        <pc:sldMkLst>
          <pc:docMk/>
          <pc:sldMk cId="3771760437" sldId="313"/>
        </pc:sldMkLst>
        <pc:picChg chg="add mod">
          <ac:chgData name="Aarya Dubey" userId="e4649135a960018e" providerId="LiveId" clId="{69B0F544-7751-401E-825E-C7F8ECAA9A85}" dt="2026-09-09T12:47:49.700" v="394" actId="1076"/>
          <ac:picMkLst>
            <pc:docMk/>
            <pc:sldMk cId="3771760437" sldId="313"/>
            <ac:picMk id="3" creationId="{37E9A2FD-18D2-27B7-C6A6-AF5C1F0FEC48}"/>
          </ac:picMkLst>
        </pc:picChg>
        <pc:picChg chg="del">
          <ac:chgData name="Aarya Dubey" userId="e4649135a960018e" providerId="LiveId" clId="{69B0F544-7751-401E-825E-C7F8ECAA9A85}" dt="2026-09-09T12:47:44.983" v="391" actId="478"/>
          <ac:picMkLst>
            <pc:docMk/>
            <pc:sldMk cId="3771760437" sldId="313"/>
            <ac:picMk id="5" creationId="{CD27B85E-532D-97C3-B23D-A1896E30E1AA}"/>
          </ac:picMkLst>
        </pc:picChg>
      </pc:sldChg>
      <pc:sldChg chg="addSp delSp modSp add mod">
        <pc:chgData name="Aarya Dubey" userId="e4649135a960018e" providerId="LiveId" clId="{69B0F544-7751-401E-825E-C7F8ECAA9A85}" dt="2026-09-09T13:17:32.642" v="407" actId="1076"/>
        <pc:sldMkLst>
          <pc:docMk/>
          <pc:sldMk cId="1485343494" sldId="314"/>
        </pc:sldMkLst>
        <pc:picChg chg="add mod">
          <ac:chgData name="Aarya Dubey" userId="e4649135a960018e" providerId="LiveId" clId="{69B0F544-7751-401E-825E-C7F8ECAA9A85}" dt="2026-09-09T13:17:32.642" v="407" actId="1076"/>
          <ac:picMkLst>
            <pc:docMk/>
            <pc:sldMk cId="1485343494" sldId="314"/>
            <ac:picMk id="3" creationId="{43063A5B-0F06-0074-572A-DFEC5EDCFF6C}"/>
          </ac:picMkLst>
        </pc:picChg>
        <pc:picChg chg="del">
          <ac:chgData name="Aarya Dubey" userId="e4649135a960018e" providerId="LiveId" clId="{69B0F544-7751-401E-825E-C7F8ECAA9A85}" dt="2026-09-09T13:17:28.659" v="404" actId="478"/>
          <ac:picMkLst>
            <pc:docMk/>
            <pc:sldMk cId="1485343494" sldId="314"/>
            <ac:picMk id="5" creationId="{CBB989D6-9FC3-E571-98ED-5315964AB493}"/>
          </ac:picMkLst>
        </pc:picChg>
      </pc:sldChg>
      <pc:sldChg chg="addSp delSp modSp add mod">
        <pc:chgData name="Aarya Dubey" userId="e4649135a960018e" providerId="LiveId" clId="{69B0F544-7751-401E-825E-C7F8ECAA9A85}" dt="2026-09-09T13:18:32.518" v="412" actId="1076"/>
        <pc:sldMkLst>
          <pc:docMk/>
          <pc:sldMk cId="3943511518" sldId="315"/>
        </pc:sldMkLst>
        <pc:picChg chg="del">
          <ac:chgData name="Aarya Dubey" userId="e4649135a960018e" providerId="LiveId" clId="{69B0F544-7751-401E-825E-C7F8ECAA9A85}" dt="2026-09-09T13:18:28.062" v="409" actId="478"/>
          <ac:picMkLst>
            <pc:docMk/>
            <pc:sldMk cId="3943511518" sldId="315"/>
            <ac:picMk id="3" creationId="{BCE13C33-00DB-B67A-E0EC-17924AD180D5}"/>
          </ac:picMkLst>
        </pc:picChg>
        <pc:picChg chg="add mod">
          <ac:chgData name="Aarya Dubey" userId="e4649135a960018e" providerId="LiveId" clId="{69B0F544-7751-401E-825E-C7F8ECAA9A85}" dt="2026-09-09T13:18:32.518" v="412" actId="1076"/>
          <ac:picMkLst>
            <pc:docMk/>
            <pc:sldMk cId="3943511518" sldId="315"/>
            <ac:picMk id="4" creationId="{D167E7EB-3FA7-C504-76F5-3F9C84CC06C6}"/>
          </ac:picMkLst>
        </pc:picChg>
      </pc:sldChg>
      <pc:sldChg chg="addSp delSp modSp add mod">
        <pc:chgData name="Aarya Dubey" userId="e4649135a960018e" providerId="LiveId" clId="{69B0F544-7751-401E-825E-C7F8ECAA9A85}" dt="2026-09-09T13:19:27.695" v="417" actId="1076"/>
        <pc:sldMkLst>
          <pc:docMk/>
          <pc:sldMk cId="2291857817" sldId="316"/>
        </pc:sldMkLst>
        <pc:picChg chg="add mod">
          <ac:chgData name="Aarya Dubey" userId="e4649135a960018e" providerId="LiveId" clId="{69B0F544-7751-401E-825E-C7F8ECAA9A85}" dt="2026-09-09T13:19:27.695" v="417" actId="1076"/>
          <ac:picMkLst>
            <pc:docMk/>
            <pc:sldMk cId="2291857817" sldId="316"/>
            <ac:picMk id="3" creationId="{635E8C5B-ED0C-5314-D0BE-135791C67C09}"/>
          </ac:picMkLst>
        </pc:picChg>
        <pc:picChg chg="del">
          <ac:chgData name="Aarya Dubey" userId="e4649135a960018e" providerId="LiveId" clId="{69B0F544-7751-401E-825E-C7F8ECAA9A85}" dt="2026-09-09T13:19:23.297" v="414" actId="478"/>
          <ac:picMkLst>
            <pc:docMk/>
            <pc:sldMk cId="2291857817" sldId="316"/>
            <ac:picMk id="4" creationId="{04AE7F6F-9898-2759-D657-39BE52E0CA7F}"/>
          </ac:picMkLst>
        </pc:picChg>
      </pc:sldChg>
      <pc:sldChg chg="addSp delSp add mod">
        <pc:chgData name="Aarya Dubey" userId="e4649135a960018e" providerId="LiveId" clId="{69B0F544-7751-401E-825E-C7F8ECAA9A85}" dt="2026-09-10T17:19:17.103" v="610" actId="22"/>
        <pc:sldMkLst>
          <pc:docMk/>
          <pc:sldMk cId="2167772788" sldId="317"/>
        </pc:sldMkLst>
        <pc:picChg chg="del">
          <ac:chgData name="Aarya Dubey" userId="e4649135a960018e" providerId="LiveId" clId="{69B0F544-7751-401E-825E-C7F8ECAA9A85}" dt="2026-09-10T17:19:15.769" v="609" actId="478"/>
          <ac:picMkLst>
            <pc:docMk/>
            <pc:sldMk cId="2167772788" sldId="317"/>
            <ac:picMk id="3" creationId="{C4F7C4B6-05CE-ACE1-D726-9C0FE4B1AB9E}"/>
          </ac:picMkLst>
        </pc:picChg>
        <pc:picChg chg="add">
          <ac:chgData name="Aarya Dubey" userId="e4649135a960018e" providerId="LiveId" clId="{69B0F544-7751-401E-825E-C7F8ECAA9A85}" dt="2026-09-10T17:19:17.103" v="610" actId="22"/>
          <ac:picMkLst>
            <pc:docMk/>
            <pc:sldMk cId="2167772788" sldId="317"/>
            <ac:picMk id="4" creationId="{8831BDC9-A516-D873-495D-0E973A0D7D74}"/>
          </ac:picMkLst>
        </pc:picChg>
      </pc:sldChg>
      <pc:sldChg chg="addSp delSp modSp add mod">
        <pc:chgData name="Aarya Dubey" userId="e4649135a960018e" providerId="LiveId" clId="{69B0F544-7751-401E-825E-C7F8ECAA9A85}" dt="2026-09-10T17:20:05.124" v="615" actId="1076"/>
        <pc:sldMkLst>
          <pc:docMk/>
          <pc:sldMk cId="1395999403" sldId="318"/>
        </pc:sldMkLst>
        <pc:picChg chg="del">
          <ac:chgData name="Aarya Dubey" userId="e4649135a960018e" providerId="LiveId" clId="{69B0F544-7751-401E-825E-C7F8ECAA9A85}" dt="2026-09-10T17:19:42.315" v="611" actId="478"/>
          <ac:picMkLst>
            <pc:docMk/>
            <pc:sldMk cId="1395999403" sldId="318"/>
            <ac:picMk id="3" creationId="{B2AFEEC7-80C8-D6C5-4876-9CEB9823F0D1}"/>
          </ac:picMkLst>
        </pc:picChg>
        <pc:picChg chg="add mod">
          <ac:chgData name="Aarya Dubey" userId="e4649135a960018e" providerId="LiveId" clId="{69B0F544-7751-401E-825E-C7F8ECAA9A85}" dt="2026-09-10T17:20:05.124" v="615" actId="1076"/>
          <ac:picMkLst>
            <pc:docMk/>
            <pc:sldMk cId="1395999403" sldId="318"/>
            <ac:picMk id="4" creationId="{F51A62C6-A507-14FE-C38A-FA93BC5E3939}"/>
          </ac:picMkLst>
        </pc:picChg>
      </pc:sldChg>
      <pc:sldChg chg="addSp delSp modSp add mod">
        <pc:chgData name="Aarya Dubey" userId="e4649135a960018e" providerId="LiveId" clId="{69B0F544-7751-401E-825E-C7F8ECAA9A85}" dt="2026-09-10T17:20:24.068" v="621" actId="1076"/>
        <pc:sldMkLst>
          <pc:docMk/>
          <pc:sldMk cId="3032656276" sldId="319"/>
        </pc:sldMkLst>
        <pc:picChg chg="add mod">
          <ac:chgData name="Aarya Dubey" userId="e4649135a960018e" providerId="LiveId" clId="{69B0F544-7751-401E-825E-C7F8ECAA9A85}" dt="2026-09-10T17:20:24.068" v="621" actId="1076"/>
          <ac:picMkLst>
            <pc:docMk/>
            <pc:sldMk cId="3032656276" sldId="319"/>
            <ac:picMk id="3" creationId="{2A7F38B0-B28F-029A-CB3F-3D8FA54AD51C}"/>
          </ac:picMkLst>
        </pc:picChg>
        <pc:picChg chg="del">
          <ac:chgData name="Aarya Dubey" userId="e4649135a960018e" providerId="LiveId" clId="{69B0F544-7751-401E-825E-C7F8ECAA9A85}" dt="2026-09-10T17:20:18.032" v="618" actId="478"/>
          <ac:picMkLst>
            <pc:docMk/>
            <pc:sldMk cId="3032656276" sldId="319"/>
            <ac:picMk id="4" creationId="{2E381789-F7AD-84CC-9F6E-A902AAC9CF06}"/>
          </ac:picMkLst>
        </pc:picChg>
      </pc:sldChg>
      <pc:sldChg chg="addSp delSp add mod">
        <pc:chgData name="Aarya Dubey" userId="e4649135a960018e" providerId="LiveId" clId="{69B0F544-7751-401E-825E-C7F8ECAA9A85}" dt="2026-09-10T17:20:48.731" v="623" actId="22"/>
        <pc:sldMkLst>
          <pc:docMk/>
          <pc:sldMk cId="1963583675" sldId="320"/>
        </pc:sldMkLst>
        <pc:picChg chg="add">
          <ac:chgData name="Aarya Dubey" userId="e4649135a960018e" providerId="LiveId" clId="{69B0F544-7751-401E-825E-C7F8ECAA9A85}" dt="2026-09-10T17:20:48.731" v="623" actId="22"/>
          <ac:picMkLst>
            <pc:docMk/>
            <pc:sldMk cId="1963583675" sldId="320"/>
            <ac:picMk id="3" creationId="{755F3204-E0B4-1170-A2CA-9B443C7D7786}"/>
          </ac:picMkLst>
        </pc:picChg>
        <pc:picChg chg="del">
          <ac:chgData name="Aarya Dubey" userId="e4649135a960018e" providerId="LiveId" clId="{69B0F544-7751-401E-825E-C7F8ECAA9A85}" dt="2026-09-10T17:20:28.316" v="622" actId="478"/>
          <ac:picMkLst>
            <pc:docMk/>
            <pc:sldMk cId="1963583675" sldId="320"/>
            <ac:picMk id="4" creationId="{EEB18407-BB38-90D7-C9B2-DB697F20757B}"/>
          </ac:picMkLst>
        </pc:picChg>
      </pc:sldChg>
      <pc:sldChg chg="addSp delSp modSp add mod">
        <pc:chgData name="Aarya Dubey" userId="e4649135a960018e" providerId="LiveId" clId="{69B0F544-7751-401E-825E-C7F8ECAA9A85}" dt="2026-09-10T17:21:51.504" v="629" actId="22"/>
        <pc:sldMkLst>
          <pc:docMk/>
          <pc:sldMk cId="1454196003" sldId="321"/>
        </pc:sldMkLst>
        <pc:picChg chg="del">
          <ac:chgData name="Aarya Dubey" userId="e4649135a960018e" providerId="LiveId" clId="{69B0F544-7751-401E-825E-C7F8ECAA9A85}" dt="2026-09-10T17:21:21.723" v="625" actId="478"/>
          <ac:picMkLst>
            <pc:docMk/>
            <pc:sldMk cId="1454196003" sldId="321"/>
            <ac:picMk id="3" creationId="{1812DCA3-6D8C-8F20-0156-99B8ED0C9F8E}"/>
          </ac:picMkLst>
        </pc:picChg>
        <pc:picChg chg="add del mod">
          <ac:chgData name="Aarya Dubey" userId="e4649135a960018e" providerId="LiveId" clId="{69B0F544-7751-401E-825E-C7F8ECAA9A85}" dt="2026-09-10T17:21:34.201" v="628" actId="478"/>
          <ac:picMkLst>
            <pc:docMk/>
            <pc:sldMk cId="1454196003" sldId="321"/>
            <ac:picMk id="4" creationId="{7ED7242F-E809-9306-1883-D49674548608}"/>
          </ac:picMkLst>
        </pc:picChg>
        <pc:picChg chg="add">
          <ac:chgData name="Aarya Dubey" userId="e4649135a960018e" providerId="LiveId" clId="{69B0F544-7751-401E-825E-C7F8ECAA9A85}" dt="2026-09-10T17:21:51.504" v="629" actId="22"/>
          <ac:picMkLst>
            <pc:docMk/>
            <pc:sldMk cId="1454196003" sldId="321"/>
            <ac:picMk id="6" creationId="{82A25501-08BB-7E86-DE66-971F02AF8941}"/>
          </ac:picMkLst>
        </pc:picChg>
      </pc:sldChg>
      <pc:sldChg chg="addSp delSp add mod">
        <pc:chgData name="Aarya Dubey" userId="e4649135a960018e" providerId="LiveId" clId="{69B0F544-7751-401E-825E-C7F8ECAA9A85}" dt="2026-09-10T17:22:18.041" v="632" actId="22"/>
        <pc:sldMkLst>
          <pc:docMk/>
          <pc:sldMk cId="1028882307" sldId="322"/>
        </pc:sldMkLst>
        <pc:picChg chg="add">
          <ac:chgData name="Aarya Dubey" userId="e4649135a960018e" providerId="LiveId" clId="{69B0F544-7751-401E-825E-C7F8ECAA9A85}" dt="2026-09-10T17:22:18.041" v="632" actId="22"/>
          <ac:picMkLst>
            <pc:docMk/>
            <pc:sldMk cId="1028882307" sldId="322"/>
            <ac:picMk id="3" creationId="{D05FC992-5A91-A697-BE1B-13051C3927C7}"/>
          </ac:picMkLst>
        </pc:picChg>
        <pc:picChg chg="del">
          <ac:chgData name="Aarya Dubey" userId="e4649135a960018e" providerId="LiveId" clId="{69B0F544-7751-401E-825E-C7F8ECAA9A85}" dt="2026-09-10T17:22:17.462" v="631" actId="478"/>
          <ac:picMkLst>
            <pc:docMk/>
            <pc:sldMk cId="1028882307" sldId="322"/>
            <ac:picMk id="6" creationId="{9E9C56F4-4C18-B843-FBA9-E093D1DEEBC8}"/>
          </ac:picMkLst>
        </pc:picChg>
      </pc:sldChg>
      <pc:sldChg chg="addSp modSp add mod">
        <pc:chgData name="Aarya Dubey" userId="e4649135a960018e" providerId="LiveId" clId="{69B0F544-7751-401E-825E-C7F8ECAA9A85}" dt="2026-09-10T17:25:11.799" v="645" actId="208"/>
        <pc:sldMkLst>
          <pc:docMk/>
          <pc:sldMk cId="3859460558" sldId="323"/>
        </pc:sldMkLst>
        <pc:spChg chg="add mod">
          <ac:chgData name="Aarya Dubey" userId="e4649135a960018e" providerId="LiveId" clId="{69B0F544-7751-401E-825E-C7F8ECAA9A85}" dt="2026-09-10T17:25:11.799" v="645" actId="208"/>
          <ac:spMkLst>
            <pc:docMk/>
            <pc:sldMk cId="3859460558" sldId="323"/>
            <ac:spMk id="2" creationId="{D11E4F1A-3418-D39C-4224-F66EFF2F47B1}"/>
          </ac:spMkLst>
        </pc:spChg>
      </pc:sldChg>
      <pc:sldChg chg="addSp delSp modSp add mod">
        <pc:chgData name="Aarya Dubey" userId="e4649135a960018e" providerId="LiveId" clId="{69B0F544-7751-401E-825E-C7F8ECAA9A85}" dt="2026-09-10T17:26:53.297" v="650" actId="1076"/>
        <pc:sldMkLst>
          <pc:docMk/>
          <pc:sldMk cId="3030218295" sldId="324"/>
        </pc:sldMkLst>
        <pc:picChg chg="del">
          <ac:chgData name="Aarya Dubey" userId="e4649135a960018e" providerId="LiveId" clId="{69B0F544-7751-401E-825E-C7F8ECAA9A85}" dt="2026-09-10T17:26:42.902" v="647" actId="478"/>
          <ac:picMkLst>
            <pc:docMk/>
            <pc:sldMk cId="3030218295" sldId="324"/>
            <ac:picMk id="3" creationId="{ACEB68DA-F76E-DF40-2C54-5BCA4D078071}"/>
          </ac:picMkLst>
        </pc:picChg>
        <pc:picChg chg="add mod">
          <ac:chgData name="Aarya Dubey" userId="e4649135a960018e" providerId="LiveId" clId="{69B0F544-7751-401E-825E-C7F8ECAA9A85}" dt="2026-09-10T17:26:53.297" v="650" actId="1076"/>
          <ac:picMkLst>
            <pc:docMk/>
            <pc:sldMk cId="3030218295" sldId="324"/>
            <ac:picMk id="4" creationId="{8C87D07A-96EE-7996-51AE-D56B799C1A0B}"/>
          </ac:picMkLst>
        </pc:picChg>
      </pc:sldChg>
      <pc:sldChg chg="addSp delSp add mod">
        <pc:chgData name="Aarya Dubey" userId="e4649135a960018e" providerId="LiveId" clId="{69B0F544-7751-401E-825E-C7F8ECAA9A85}" dt="2026-09-10T17:32:09.976" v="653" actId="22"/>
        <pc:sldMkLst>
          <pc:docMk/>
          <pc:sldMk cId="946152343" sldId="325"/>
        </pc:sldMkLst>
        <pc:picChg chg="add">
          <ac:chgData name="Aarya Dubey" userId="e4649135a960018e" providerId="LiveId" clId="{69B0F544-7751-401E-825E-C7F8ECAA9A85}" dt="2026-09-10T17:32:09.976" v="653" actId="22"/>
          <ac:picMkLst>
            <pc:docMk/>
            <pc:sldMk cId="946152343" sldId="325"/>
            <ac:picMk id="3" creationId="{521862DA-E0D8-C65F-9433-F9766EF426B8}"/>
          </ac:picMkLst>
        </pc:picChg>
        <pc:picChg chg="del">
          <ac:chgData name="Aarya Dubey" userId="e4649135a960018e" providerId="LiveId" clId="{69B0F544-7751-401E-825E-C7F8ECAA9A85}" dt="2026-09-10T17:32:08.846" v="652" actId="478"/>
          <ac:picMkLst>
            <pc:docMk/>
            <pc:sldMk cId="946152343" sldId="325"/>
            <ac:picMk id="4" creationId="{1CF1D0D5-B51E-798A-4317-E6D426E7D942}"/>
          </ac:picMkLst>
        </pc:picChg>
      </pc:sldChg>
      <pc:sldChg chg="addSp delSp modSp add mod">
        <pc:chgData name="Aarya Dubey" userId="e4649135a960018e" providerId="LiveId" clId="{69B0F544-7751-401E-825E-C7F8ECAA9A85}" dt="2026-09-10T17:33:01.868" v="658" actId="1076"/>
        <pc:sldMkLst>
          <pc:docMk/>
          <pc:sldMk cId="2997631321" sldId="326"/>
        </pc:sldMkLst>
        <pc:picChg chg="del">
          <ac:chgData name="Aarya Dubey" userId="e4649135a960018e" providerId="LiveId" clId="{69B0F544-7751-401E-825E-C7F8ECAA9A85}" dt="2026-09-10T17:32:56.335" v="655" actId="478"/>
          <ac:picMkLst>
            <pc:docMk/>
            <pc:sldMk cId="2997631321" sldId="326"/>
            <ac:picMk id="3" creationId="{BA78D310-40B1-2C11-9E04-DE7160145881}"/>
          </ac:picMkLst>
        </pc:picChg>
        <pc:picChg chg="add mod">
          <ac:chgData name="Aarya Dubey" userId="e4649135a960018e" providerId="LiveId" clId="{69B0F544-7751-401E-825E-C7F8ECAA9A85}" dt="2026-09-10T17:33:01.868" v="658" actId="1076"/>
          <ac:picMkLst>
            <pc:docMk/>
            <pc:sldMk cId="2997631321" sldId="326"/>
            <ac:picMk id="4" creationId="{45EEA8A2-B7FD-709B-273E-4D62F64A328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F4BEC883-CB6C-DEEA-9ED4-29872739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B4A31E16-31B7-20AD-DD85-05D10318C4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91408EB8-6B9C-B843-F222-8C6F3FE46F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04565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B86B63A0-2EBA-421C-5063-0938744C5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01D71B05-57AA-F472-1A64-4E6F55B6A5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5FA354C1-363F-33C2-C60F-5988A25DFB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0345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8E9CB32A-B328-07DF-4F33-E0118C92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BD392DC-EA03-14B5-7A53-AC36124B4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90BE8D5-07EC-73D0-0A62-4778024FF0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42077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F18774C-544B-0071-4FA9-86D0ADEC5A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68645894-EE59-A5F4-D411-C82EB564E1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EE489F0-0910-6D8B-0254-C25DB0882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73585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B47F127-39C9-4CE0-52A6-66BD53AE9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7CB72F8-8B0E-1466-D091-917F3E7559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EA3A31-DD75-5F0D-19FB-8192F5E7F9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5871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B09DAD99-09E7-C87A-3429-5E2909FC1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64CBBF8-9567-96D8-481A-2F3296234A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C3698E9-B606-D154-44BE-CE882B2F48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954381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090DC454-7A96-4DC0-E2C6-2171B7EC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B82E85E3-6BF4-5DF7-FE5E-8B848DFFD4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FD783811-DB4E-32BA-DF74-025AE20A90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72895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124D5098-ECA3-5549-00F2-71202B12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4036DE76-970C-69CB-66C0-135974E28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15A28453-B0DE-AEED-12F6-2A5AEDA5FF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60591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E3443656-EAF0-0AA6-BA45-34F27A663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5DF85E8C-4B83-8A90-953B-749DCB23C0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7726BD9-5EF0-DD7C-41B5-15115D676F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10526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D438632-08CF-B626-961D-3F08CB961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078571DE-8DCC-A39C-0695-A194CBB645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A3DE4776-D427-256E-03D1-89EE9EA65D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51075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3AD5EFC4-1DE0-4E69-E434-B34D3CB2B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1C2086F7-53EA-CB47-5629-77C96B0F0D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76CDAC7F-F87F-EC8F-FF1A-71A3CC7C6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707127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26D26D2E-37C4-AA9C-4390-EA51C2C44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4031057C-CB27-5416-B37E-D78CEC5E55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810A06DA-FF20-2A1F-A0DA-CDFDC3DD69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77389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CB16FF78-7369-2D09-2FEF-7FE040B7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F60FD990-4038-0354-0127-BADE9C7D2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96811E8-D05C-1D7B-7517-5D3416CFC0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20994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04A0E467-0C07-7A95-69C9-975DD9B96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222F5620-9263-BD46-0C4C-AE88DCBD89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6F3BE21-3427-D319-3616-8F429FD585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52483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DF778292-473C-FB5E-5213-A49A52CC6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257FE887-3458-94CD-6C6C-867F8BF369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DE9C206A-C572-4366-3B5F-29412EABC3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682324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5C4B474-F8B4-F058-C451-446E01C1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D37DEE76-2973-0E28-A5BA-89854EE81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89DDB2C1-0839-E2F1-FF0E-BAED6147D4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00839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IBM Bob”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559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27721095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Aarya Dubey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aaryadubeymzp@gmail.com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9369522563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690624" y="1075831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Domain of  Project – Education</a:t>
            </a:r>
          </a:p>
          <a:p>
            <a:pPr algn="ctr"/>
            <a:r>
              <a:rPr lang="en-US" sz="2400" b="1" dirty="0"/>
              <a:t>AICTE STUDENT ID:- </a:t>
            </a:r>
            <a:r>
              <a:rPr lang="en-IN" sz="2400" dirty="0">
                <a:solidFill>
                  <a:schemeClr val="accent1">
                    <a:lumMod val="50000"/>
                  </a:schemeClr>
                </a:solidFill>
              </a:rPr>
              <a:t>STU66a50c355f54d1722092597</a:t>
            </a:r>
            <a:endParaRPr lang="en-IN"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06162" y="5519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Project Tile – </a:t>
            </a:r>
            <a:r>
              <a:rPr lang="en-GB" sz="2400" b="1" dirty="0"/>
              <a:t>Agentic AI for Personalized Course Pathways</a:t>
            </a:r>
            <a:r>
              <a:rPr lang="en-GB" sz="2400" dirty="0"/>
              <a:t>.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61571-0246-B025-C1C9-3366A4FA7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158" y="3683879"/>
            <a:ext cx="692983" cy="92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17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360625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GB" dirty="0"/>
              <a:t>Agentic AI for Personalized Course Pathways. </a:t>
            </a:r>
            <a:endParaRPr lang="en-US" b="1" dirty="0"/>
          </a:p>
          <a:p>
            <a:pPr fontAlgn="base"/>
            <a:r>
              <a:rPr lang="en-GB" b="1" dirty="0"/>
              <a:t>The Challenge</a:t>
            </a:r>
            <a:br>
              <a:rPr lang="en-GB" dirty="0"/>
            </a:br>
            <a:r>
              <a:rPr lang="en-GB" dirty="0"/>
              <a:t>Students often struggle to identify the right learning path that aligns with their interests and long-term goals due to the overwhelming number of online courses and a lack of personalized guidance. Without a coach to guide them, they end up choosing courses in isolation, disconnected from any real career direction.</a:t>
            </a:r>
          </a:p>
          <a:p>
            <a:pPr fontAlgn="base"/>
            <a:r>
              <a:rPr lang="en-GB" b="1" dirty="0"/>
              <a:t>The Objective</a:t>
            </a:r>
            <a:br>
              <a:rPr lang="en-GB" dirty="0"/>
            </a:br>
            <a:r>
              <a:rPr lang="en-GB" dirty="0"/>
              <a:t>Build </a:t>
            </a:r>
            <a:r>
              <a:rPr lang="en-GB" dirty="0" err="1"/>
              <a:t>SkillPilot</a:t>
            </a:r>
            <a:r>
              <a:rPr lang="en-GB" dirty="0"/>
              <a:t>, an Agentic AI coach that interacts with students, understands their interests, and dynamically builds a personalized course roadmap. The solution should: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Goal &amp; Interest Discovery</a:t>
            </a:r>
            <a:r>
              <a:rPr lang="en-GB" dirty="0"/>
              <a:t> – Ask if the student has a goal, or identify one from their interests (Frontend Development, Cybersecurity, UI/UX Design, etc.)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Skill Level Assessment</a:t>
            </a:r>
            <a:r>
              <a:rPr lang="en-GB" dirty="0"/>
              <a:t> – Evaluate the student's current skill level (Beginner, Intermediate, Advanced)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Personalized Roadmap Generation</a:t>
            </a:r>
            <a:r>
              <a:rPr lang="en-GB" dirty="0"/>
              <a:t> – Build a sequenced plan of skills, tools, and languages required for the target role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Timeline &amp; Pace Planning</a:t>
            </a:r>
            <a:r>
              <a:rPr lang="en-GB" dirty="0"/>
              <a:t> – Negotiate a realistic timeline and daily study hours with the student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GB" b="1" dirty="0"/>
              <a:t>Adaptive Progress Tracking</a:t>
            </a:r>
            <a:r>
              <a:rPr lang="en-GB" dirty="0"/>
              <a:t> – Recalculate the roadmap over time based on progress and changing preferences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Multi-Agent System</a:t>
            </a:r>
            <a:r>
              <a:rPr lang="en-GB" dirty="0"/>
              <a:t> –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Goal Discovery Agent (identifies interests and target job role)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Skill Assessment Agent (evaluates current skill level)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Roadmap Generation Agent (builds the personalized course roadmap)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Progress Tracking Agent (adapts the roadmap based on progress and feedback)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Problem Statement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61653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234440"/>
            <a:ext cx="106070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 </a:t>
            </a:r>
            <a:r>
              <a:rPr lang="en-GB" dirty="0" err="1"/>
              <a:t>SkillPilot</a:t>
            </a:r>
            <a:r>
              <a:rPr lang="en-GB" dirty="0"/>
              <a:t> – An Agentic AI Coach for Personalized Course Pathways</a:t>
            </a:r>
          </a:p>
          <a:p>
            <a:r>
              <a:rPr lang="en-GB" dirty="0" err="1"/>
              <a:t>SkillPilot</a:t>
            </a:r>
            <a:r>
              <a:rPr lang="en-GB" dirty="0"/>
              <a:t> is a multi-agent AI learning coach built on IBM Granite Models and IBM watsonx.ai. It solves students' course-selection overwhelm by delivering personalized roadmaps, adaptive pacing, and goal-driven guidance through a modular agent architecture.</a:t>
            </a:r>
          </a:p>
          <a:p>
            <a:r>
              <a:rPr lang="en-GB" b="1" dirty="0"/>
              <a:t>Four agents power the system: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Goal Discovery Agent</a:t>
            </a:r>
            <a:r>
              <a:rPr lang="en-GB" dirty="0"/>
              <a:t> — identifies a student's career goal, or surfaces one from their stated interests (Frontend Development, Cybersecurity, UI/UX Design,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Skill Assessment Agent</a:t>
            </a:r>
            <a:r>
              <a:rPr lang="en-GB" dirty="0"/>
              <a:t> — evaluates current skill level to set the roadmap's starting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Roadmap Generation Agent</a:t>
            </a:r>
            <a:r>
              <a:rPr lang="en-GB" dirty="0"/>
              <a:t> — builds a sequenced plan of skills, tools, and languages, reconciled against the student's desired timeline and daily study hours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Progress Tracking Agent</a:t>
            </a:r>
            <a:r>
              <a:rPr lang="en-GB" dirty="0"/>
              <a:t> — monitors pace and completed modules, dynamically adapting the roadmap as the student progresses</a:t>
            </a:r>
          </a:p>
          <a:p>
            <a:r>
              <a:rPr lang="en-GB" dirty="0"/>
              <a:t>A user-friendly dashboard (</a:t>
            </a:r>
            <a:r>
              <a:rPr lang="en-GB" dirty="0" err="1"/>
              <a:t>Streamlit</a:t>
            </a:r>
            <a:r>
              <a:rPr lang="en-GB" dirty="0"/>
              <a:t> or React) visualizes the roadmap timeline, tracks progress per module, and surfaces the next recommended study task.</a:t>
            </a:r>
          </a:p>
          <a:p>
            <a:r>
              <a:rPr lang="en-GB" dirty="0"/>
              <a:t>IBM watsonx.ai orchestrates the agent workflows, Granite Models drive reasoning and roadmap generation and adaptive re-planning, and IBM Cloud Lite services handle deployment, storage, and scaling — delivering an end-to-end coaching assistant that keeps students on a clear, personalized path to career-ready skills.</a:t>
            </a:r>
          </a:p>
          <a:p>
            <a:endParaRPr lang="en-US" b="1" dirty="0"/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Proposed Solution 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619459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IBM Bob Platform</a:t>
            </a:r>
            <a:r>
              <a:rPr lang="en-GB" dirty="0"/>
              <a:t> – for designing and orchestrating the multi-agent workflow visually, connecting the Goal Discovery, Skill Assessment, Roadmap Generation, and Progress Tracking agents into a single coordinated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IBM Granite Model</a:t>
            </a:r>
            <a:r>
              <a:rPr lang="en-IN" dirty="0"/>
              <a:t> (e.g., ibm-granite-3-2-8b) – powers natural language understanding, reasoning, and personalization, enabling the agents to interpret student inputs and generate tailored roadmap recommendations.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RAG (Retrieval-Augmented Generation)</a:t>
            </a:r>
            <a:r>
              <a:rPr lang="en-GB" dirty="0"/>
              <a:t> – fetches accurate, up-to-date information on skills, tools, and career-role requirements first, then generates roadmap recommendations grounded in that data, making </a:t>
            </a:r>
            <a:r>
              <a:rPr lang="en-GB" dirty="0" err="1"/>
              <a:t>SkillPilot's</a:t>
            </a:r>
            <a:r>
              <a:rPr lang="en-GB" dirty="0"/>
              <a:t> guidance more trustworthy and effective.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IBM watsonx.ai</a:t>
            </a:r>
            <a:r>
              <a:rPr lang="en-GB" dirty="0"/>
              <a:t> – handles model deployment, embeddings, and AI governance across the agent pipeline.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IBM Cloud</a:t>
            </a:r>
            <a:r>
              <a:rPr lang="en-GB" dirty="0"/>
              <a:t> – provides the infrastructure to build, deploy, and scale </a:t>
            </a:r>
            <a:r>
              <a:rPr lang="en-GB" dirty="0" err="1"/>
              <a:t>SkillPilot</a:t>
            </a:r>
            <a:r>
              <a:rPr lang="en-GB" dirty="0"/>
              <a:t> efficiently, ensuring a reliable, secure, and scalable environment for the system.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603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5899C-20BD-650B-2D6C-1361A7A78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281" y="763699"/>
            <a:ext cx="10160715" cy="533060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688F9F-C4A1-26B6-0ED8-70476801C272}"/>
              </a:ext>
            </a:extLst>
          </p:cNvPr>
          <p:cNvSpPr/>
          <p:nvPr/>
        </p:nvSpPr>
        <p:spPr>
          <a:xfrm>
            <a:off x="1167788" y="1575412"/>
            <a:ext cx="2140744" cy="3933022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963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7423CC50-EAA6-7054-CB2E-63856D41A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BCBEC998-F44F-F0B1-C7CF-1ACC159BDFEA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Required Files created using IBM bob -</a:t>
            </a:r>
            <a:endParaRPr sz="2400" b="1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1620F931-1D6F-E903-BCB1-095D04F42831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DB5F5E49-2C5D-C6E6-C063-C3CF25943CE0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6DD36ACC-D0F1-5348-5253-7EB666EA7856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C17F879A-4579-70CD-70E2-0E34DB3D308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260A9597-0D75-3A6E-E3CC-AAF03ABF9C7F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51F18B03-43D2-F275-20CF-F10774774644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6DB3FA1-A43A-56F0-B10A-01F4660025FF}"/>
              </a:ext>
            </a:extLst>
          </p:cNvPr>
          <p:cNvSpPr/>
          <p:nvPr/>
        </p:nvSpPr>
        <p:spPr>
          <a:xfrm rot="8280234">
            <a:off x="7719727" y="1520573"/>
            <a:ext cx="923544" cy="33832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CB48D6-ED40-811A-E4CD-37412534A6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45" y="1170964"/>
            <a:ext cx="9769675" cy="51254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1E4F1A-3418-D39C-4224-F66EFF2F47B1}"/>
              </a:ext>
            </a:extLst>
          </p:cNvPr>
          <p:cNvSpPr/>
          <p:nvPr/>
        </p:nvSpPr>
        <p:spPr>
          <a:xfrm>
            <a:off x="1344058" y="1773716"/>
            <a:ext cx="2313542" cy="3913320"/>
          </a:xfrm>
          <a:prstGeom prst="rect">
            <a:avLst/>
          </a:prstGeom>
          <a:noFill/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460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IBM Bob Screenshots:</a:t>
            </a:r>
            <a:endParaRPr sz="2400" b="1"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FACBCD-3044-E398-51A8-EFF70B48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6521" y="1147316"/>
            <a:ext cx="9279995" cy="4868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45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0B0D639-20B9-7635-FFA2-2A978B484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47" y="565715"/>
            <a:ext cx="10948106" cy="5726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7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D781A-DA77-693D-1643-77E479E2D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D99220-B6E5-9480-E11D-CEFFBF7FB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30" y="540153"/>
            <a:ext cx="11012922" cy="577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311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B83E-B660-38DF-D5C5-38D6D09BB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AA2D76-BD34-9E76-44CA-F4B875BAE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821" y="813216"/>
            <a:ext cx="10478358" cy="5505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302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B7E1-2515-9C98-15DF-0EF2341F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E9A2FD-18D2-27B7-C6A6-AF5C1F0FEC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37" y="610118"/>
            <a:ext cx="10714264" cy="563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760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67CC-2F0A-871E-DF5B-53639931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EEA8A2-B7FD-709B-273E-4D62F64A3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261" y="837690"/>
            <a:ext cx="9893389" cy="518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631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D2AE-8468-FF63-1CDC-4B38059FD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186" y="611601"/>
            <a:ext cx="8104665" cy="592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95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2A9A586E-FFED-EE09-C793-6C19C3B8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912947E4-CA6E-7051-8ABE-D1FD8C1A4497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 for IBM bob:</a:t>
            </a:r>
            <a:endParaRPr lang="en-US" sz="2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103DFD-0E0D-66C8-5292-A56706F36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5964" y="1155151"/>
            <a:ext cx="7230484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837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/>
              <a:t>Role of Agentic AI in the solution </a:t>
            </a:r>
            <a:endParaRPr lang="en-IN" sz="32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475488" y="1452306"/>
            <a:ext cx="74066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Role of Agentic AI in </a:t>
            </a:r>
            <a:r>
              <a:rPr lang="en-GB" b="1" dirty="0" err="1"/>
              <a:t>SkillPilot</a:t>
            </a:r>
            <a:r>
              <a:rPr lang="en-GB" b="1" dirty="0"/>
              <a:t> </a:t>
            </a:r>
          </a:p>
          <a:p>
            <a:r>
              <a:rPr lang="en-GB" dirty="0"/>
              <a:t>Agentic AI enables </a:t>
            </a:r>
            <a:r>
              <a:rPr lang="en-GB" dirty="0" err="1"/>
              <a:t>SkillPilot</a:t>
            </a:r>
            <a:r>
              <a:rPr lang="en-GB" dirty="0"/>
              <a:t> to function as an intelligent, autonomous coach rather than a simple chatbot. Using IBM watsonx.ai and IBM Granite models, it coordinates multiple specialized agents to deliver personalized learning guidance.</a:t>
            </a:r>
          </a:p>
          <a:p>
            <a:r>
              <a:rPr lang="en-GB" dirty="0"/>
              <a:t>Each agent performs a specific role — such as identifying career goals, assessing skill level, generating course roadmaps, and tracking progress — while working collaboratively. This multi-agent approach ensures efficient task execution and accurate, relevant results.</a:t>
            </a:r>
          </a:p>
          <a:p>
            <a:r>
              <a:rPr lang="en-GB" dirty="0"/>
              <a:t>Agentic AI also brings context awareness, understanding user details like interests, current skill level, and desired timeline to generate tailored roadmaps. It supports real-time adaptation, continuously updating the learning plan based on user inputs like completed modules and study pace.</a:t>
            </a:r>
          </a:p>
          <a:p>
            <a:r>
              <a:rPr lang="en-GB" dirty="0"/>
              <a:t>Additionally, agents communicate with each other, enabling better decision-making and a more coherent learning journey.</a:t>
            </a:r>
          </a:p>
          <a:p>
            <a:r>
              <a:rPr lang="en-GB" dirty="0"/>
              <a:t>Overall, Agentic AI makes the system proactive, personalized, and goal-driven, acting like a smart digital mentor that helps students stay on track toward career-ready skills.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696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 dirty="0">
                <a:sym typeface="Times New Roman"/>
              </a:rPr>
              <a:t>Token/ </a:t>
            </a:r>
            <a:r>
              <a:rPr lang="en-US" sz="2400" b="1" dirty="0" err="1">
                <a:sym typeface="Times New Roman"/>
              </a:rPr>
              <a:t>Bobcoins</a:t>
            </a:r>
            <a:r>
              <a:rPr lang="en-US" sz="2400" b="1" dirty="0">
                <a:sym typeface="Times New Roman"/>
              </a:rPr>
              <a:t> Usage </a:t>
            </a:r>
            <a:endParaRPr sz="2400" b="1" dirty="0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35 </a:t>
            </a:r>
            <a:r>
              <a:rPr lang="en-US" dirty="0" err="1"/>
              <a:t>Bobcoins</a:t>
            </a:r>
            <a:r>
              <a:rPr lang="en-US" dirty="0"/>
              <a:t> are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After the Prompt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82641B-81BE-3A56-6A92-5C071E3E5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842" y="2800103"/>
            <a:ext cx="5468904" cy="22066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10A6378-F8AB-857E-5BDC-DC2A98FF37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2256" y="2793653"/>
            <a:ext cx="5468902" cy="220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17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863F011-FD59-2782-3732-0E326317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8DA0257-5105-834D-150D-50732C7248D1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27D77C8-2496-7668-B3B3-927FD4DB704D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6BDB3C0-B0E9-3C3A-A974-6BF43591F3FC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CB1AEC3-7C17-0CCE-61FA-643373D6AE2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4B5ED8-B0B2-A390-E0AA-AC92F5C833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073" y="1044263"/>
            <a:ext cx="10683225" cy="5187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961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A1254DC3-8448-76A3-8631-9484D98C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5DD5E73-E4F8-AB1C-5A5A-D4EBAD6FD1B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6E4A7DC-3E1D-42C4-3256-8A3109D5036E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EC4E285-5561-2096-3270-252023A42F4B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A8B1B6D-C213-0DFE-C434-B14C5F9945F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54C75C-70C5-68EB-D833-F9CC033B7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070" y="875943"/>
            <a:ext cx="11707859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092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3C4AEBB-2963-4EEE-D8ED-E3B5ABCFF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67AD5A0A-54A3-BC96-26BB-9C49B61555E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12490E1-7210-03FA-8406-7044E50A98B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0575C07-AA6B-0149-734C-B101314C9343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77B9C142-F05E-0FCB-045D-6B4B10F795C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E8A73-3FCE-15E6-C963-C099C5FFF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24" y="1331097"/>
            <a:ext cx="10192435" cy="42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071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7B2ABDA-16FF-4053-F18C-96A136E0D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4E8C34E7-D432-7F47-09E2-8ED677E22970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6D9114D8-F104-CD55-52A0-E523A0104530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4B46A2C2-D7ED-E253-C62F-AAFDCB7B9821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4EA9B394-268E-E203-D17D-5A00F403B00F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063A5B-0F06-0074-572A-DFEC5EDCF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226" y="1203836"/>
            <a:ext cx="10483547" cy="445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343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A938B1B-513F-78AF-94B7-B567C318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DDA2F25-F0D1-D431-9508-5BB09F4D92B9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1AD37E39-E643-76A8-96D9-E298D3D7BAC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51CFFD84-F676-3748-9396-901A3856AB15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85A67F49-238E-925D-1A26-786478FE198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67E7EB-3FA7-C504-76F5-3F9C84CC0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13" y="1069957"/>
            <a:ext cx="11276490" cy="474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511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42AF3-D298-9BF7-A09A-BFCAAF6E6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1B8F134-AE65-8273-BB29-66838D47559A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73B7E8F6-79CC-8ABE-11D1-B5B2BB2CEA4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19CFE85F-C878-FA28-AF9E-A179EE9011B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52FE6FE9-9554-CE30-0CF1-E12A9FA4F4F4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E8C5B-ED0C-5314-D0BE-135791C67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086178"/>
            <a:ext cx="11129400" cy="471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857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290844BC-08C7-48AB-26B7-F7450FEE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3D599E6C-6CB0-BC0C-1458-D372C6FD3AEF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29F9215B-2DB7-86FB-643D-1B9C9F5A070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03F24197-54B2-4B30-0152-189626007E7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8599B29-4BB4-E56B-2B07-F43086E03374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87D07A-96EE-7996-51AE-D56B799C1A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044263"/>
            <a:ext cx="11399453" cy="4837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0218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1F59CC7A-B7F6-B097-3EA1-30787EE9F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821B3ED2-07A2-ADA3-9D28-98B417E1D2CD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0ADBA93C-C471-DD60-1A78-57C1887454A0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224BEB2-BE68-3307-2AD7-91BA5E8482A1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3E23BBBF-2D84-F9A4-C46D-56ED728544E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1862DA-E0D8-C65F-9433-F9766EF42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23" y="890233"/>
            <a:ext cx="12031754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152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7EA0510-1564-BA57-CA2F-4284FC00E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FA5C5EC-970C-BE60-9C14-DC3C54D5CA20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B3B272E-F937-75D7-7E0F-6350710CC2BB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6B413523-1DBC-2741-57FB-E45C8AB36610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A1BA636A-77C1-5937-0192-B2A61611B424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1BDC9-A516-D873-495D-0E973A0D7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49" y="871180"/>
            <a:ext cx="12012701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72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8BCE6C7A-7CB5-8FE9-4F96-68B8935B7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713BB074-B2A3-A98D-5778-C51CF57F48F6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07E59E21-9DA3-B59A-80E7-DB48930EEEF4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5711F168-9DE2-18A2-497E-4BF06BA4F881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1373CD8-4151-D32D-32F3-16C7659F18A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1A62C6-A507-14FE-C38A-FA93BC5E3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44" y="1296355"/>
            <a:ext cx="11504458" cy="426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9994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07AEC897-871A-9509-86DF-5136D49C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AD96B321-A81C-1B66-9EFA-E4D821A23828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54016482-B577-91D0-910F-CF9185E1E1A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CA0C9E09-C836-2EA6-3959-B21779860A39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08BB5CB7-7874-74EA-3B45-0C8793674AB7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7F38B0-B28F-029A-CB3F-3D8FA54AD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37" y="894996"/>
            <a:ext cx="11705125" cy="491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656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3B226C4-FF11-F361-CE93-04CD2D3AB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9479AD6C-E0C0-EF62-819B-19E5C3963FC2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DFE3D583-A475-6BA3-D0C2-BBF5E2EFDAE2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2182873-5375-2A1D-B2E6-F24D1C040680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C500000-5D00-12A8-F454-20A14D8A3976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5F3204-E0B4-1170-A2CA-9B443C7D7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60" y="1133154"/>
            <a:ext cx="12041280" cy="459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5836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E8A693B4-34C3-AD39-DE74-72311AE0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EA884159-B877-ADBF-906E-E2EE9EFDE5D6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F128B3E3-9A19-9B37-B9E1-6F5F6BD60876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D15DC4F7-82A1-F525-F2B1-2F6BCEBF60E8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CE9DE490-D20A-400C-D53E-C9B70672B4D3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A25501-08BB-7E86-DE66-971F02AF8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6" y="880707"/>
            <a:ext cx="12050807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960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82FA7132-1195-0C26-B6FC-18C7E8C51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B9BF0A67-78A2-3D9D-F3ED-BA40394DDBAC}"/>
              </a:ext>
            </a:extLst>
          </p:cNvPr>
          <p:cNvSpPr/>
          <p:nvPr/>
        </p:nvSpPr>
        <p:spPr>
          <a:xfrm>
            <a:off x="409144" y="1129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 Project Output Screenshot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808376DD-C93B-622C-6DD9-5A36CFB1F133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3FD3F2DC-FBE8-87F4-EF83-65809E936365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46719D41-F3BE-780E-4426-90FBFC4CCA75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5FC992-5A91-A697-BE1B-13051C392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96" y="880707"/>
            <a:ext cx="12050807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823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Novelty and Uniqueness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445008" y="1192018"/>
            <a:ext cx="11301984" cy="3284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 err="1"/>
              <a:t>SkillPilot</a:t>
            </a:r>
            <a:r>
              <a:rPr lang="en-GB" b="1" dirty="0"/>
              <a:t> stands out by going beyond a traditional course recommendation system.</a:t>
            </a:r>
            <a:r>
              <a:rPr lang="en-GB" dirty="0"/>
              <a:t> It works as an </a:t>
            </a:r>
            <a:r>
              <a:rPr lang="en-GB" b="1" dirty="0"/>
              <a:t>Agentic AI learning coach</a:t>
            </a:r>
            <a:r>
              <a:rPr lang="en-GB" dirty="0"/>
              <a:t> that understands a student’s goals, interests, and current skills, identifies skill gaps, and continuously adapts the learning roadmap based on progress and feedback.</a:t>
            </a:r>
          </a:p>
          <a:p>
            <a:pPr>
              <a:lnSpc>
                <a:spcPct val="150000"/>
              </a:lnSpc>
            </a:pPr>
            <a:r>
              <a:rPr lang="en-GB" dirty="0"/>
              <a:t>🤖 </a:t>
            </a:r>
            <a:r>
              <a:rPr lang="en-GB" b="1" dirty="0"/>
              <a:t>Agentic AI Coach</a:t>
            </a:r>
            <a:r>
              <a:rPr lang="en-GB" dirty="0"/>
              <a:t> – Uses IBM Granite to provide personalized guidance. </a:t>
            </a:r>
          </a:p>
          <a:p>
            <a:pPr>
              <a:lnSpc>
                <a:spcPct val="150000"/>
              </a:lnSpc>
            </a:pPr>
            <a:r>
              <a:rPr lang="en-GB" dirty="0"/>
              <a:t>🎯 </a:t>
            </a:r>
            <a:r>
              <a:rPr lang="en-GB" b="1" dirty="0"/>
              <a:t>Skill-Gap Analysis</a:t>
            </a:r>
            <a:r>
              <a:rPr lang="en-GB" dirty="0"/>
              <a:t> – Identifies what the student needs to learn next. </a:t>
            </a:r>
          </a:p>
          <a:p>
            <a:pPr>
              <a:lnSpc>
                <a:spcPct val="150000"/>
              </a:lnSpc>
            </a:pPr>
            <a:r>
              <a:rPr lang="en-GB" dirty="0"/>
              <a:t>🛣️ </a:t>
            </a:r>
            <a:r>
              <a:rPr lang="en-GB" b="1" dirty="0"/>
              <a:t>Dynamic Roadmap</a:t>
            </a:r>
            <a:r>
              <a:rPr lang="en-GB" dirty="0"/>
              <a:t> – Automatically updates the course path as the student progresses. </a:t>
            </a:r>
          </a:p>
          <a:p>
            <a:pPr>
              <a:lnSpc>
                <a:spcPct val="150000"/>
              </a:lnSpc>
            </a:pPr>
            <a:r>
              <a:rPr lang="en-GB" dirty="0"/>
              <a:t>🧠 </a:t>
            </a:r>
            <a:r>
              <a:rPr lang="en-GB" b="1" dirty="0"/>
              <a:t>Personalized Recommendations</a:t>
            </a:r>
            <a:r>
              <a:rPr lang="en-GB" dirty="0"/>
              <a:t> – Considers interests, skill level, goals, and preferences. </a:t>
            </a:r>
          </a:p>
          <a:p>
            <a:pPr>
              <a:lnSpc>
                <a:spcPct val="150000"/>
              </a:lnSpc>
            </a:pPr>
            <a:r>
              <a:rPr lang="en-GB" dirty="0"/>
              <a:t>🔄 </a:t>
            </a:r>
            <a:r>
              <a:rPr lang="en-GB" b="1" dirty="0"/>
              <a:t>Continuous Adaptation</a:t>
            </a:r>
            <a:r>
              <a:rPr lang="en-GB" dirty="0"/>
              <a:t> – Learns from performance and feedback instead of giving a fixed roadmap. </a:t>
            </a:r>
          </a:p>
          <a:p>
            <a:pPr>
              <a:lnSpc>
                <a:spcPct val="150000"/>
              </a:lnSpc>
            </a:pPr>
            <a:r>
              <a:rPr lang="en-GB" dirty="0"/>
              <a:t>☁️ </a:t>
            </a:r>
            <a:r>
              <a:rPr lang="en-GB" b="1" dirty="0"/>
              <a:t>IBM Technology Integration</a:t>
            </a:r>
            <a:r>
              <a:rPr lang="en-GB" dirty="0"/>
              <a:t> – Built using IBM Cloud Lite services and IBM Granite.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52822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FE5FDC-1F8C-84AE-7415-D228B2B4A66E}"/>
              </a:ext>
            </a:extLst>
          </p:cNvPr>
          <p:cNvSpPr txBox="1"/>
          <p:nvPr/>
        </p:nvSpPr>
        <p:spPr>
          <a:xfrm>
            <a:off x="1394222" y="1795299"/>
            <a:ext cx="6093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https://github.com/AaryaMZP/Course_Pathway_Agent.git</a:t>
            </a:r>
          </a:p>
        </p:txBody>
      </p:sp>
    </p:spTree>
    <p:extLst>
      <p:ext uri="{BB962C8B-B14F-4D97-AF65-F5344CB8AC3E}">
        <p14:creationId xmlns:p14="http://schemas.microsoft.com/office/powerpoint/2010/main" val="40404122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669485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669485" y="1044263"/>
            <a:ext cx="10853029" cy="5393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GB" sz="2000" dirty="0" err="1"/>
              <a:t>SkillPilot</a:t>
            </a:r>
            <a:r>
              <a:rPr lang="en-GB" sz="2000" dirty="0"/>
              <a:t> can be further enhanced into a more intelligent and comprehensive </a:t>
            </a:r>
            <a:r>
              <a:rPr lang="en-GB" sz="2000" b="1" dirty="0"/>
              <a:t>AI-powered learning pathway platform</a:t>
            </a:r>
            <a:r>
              <a:rPr lang="en-GB" sz="2000" dirty="0"/>
              <a:t>, helping students not only choose what to learn but also track and improve their skills throughout their career journey.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📊 </a:t>
            </a:r>
            <a:r>
              <a:rPr lang="en-GB" sz="2000" b="1" dirty="0"/>
              <a:t>Progress Tracking</a:t>
            </a:r>
            <a:r>
              <a:rPr lang="en-GB" sz="2000" dirty="0"/>
              <a:t> – Track completed courses, skills, and learning progress.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🔄 </a:t>
            </a:r>
            <a:r>
              <a:rPr lang="en-GB" sz="2000" b="1" dirty="0"/>
              <a:t>Real-Time Roadmap Adaptation</a:t>
            </a:r>
            <a:r>
              <a:rPr lang="en-GB" sz="2000" dirty="0"/>
              <a:t> – Automatically update pathways based on performance and changing goals.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🧪 </a:t>
            </a:r>
            <a:r>
              <a:rPr lang="en-GB" sz="2000" b="1" dirty="0"/>
              <a:t>Skill Assessment</a:t>
            </a:r>
            <a:r>
              <a:rPr lang="en-GB" sz="2000" dirty="0"/>
              <a:t> – Add quizzes or coding assessments to measure actual skill levels.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💼 </a:t>
            </a:r>
            <a:r>
              <a:rPr lang="en-GB" sz="2000" b="1" dirty="0"/>
              <a:t>Job Market Integration</a:t>
            </a:r>
            <a:r>
              <a:rPr lang="en-GB" sz="2000" dirty="0"/>
              <a:t> – Align learning paths with current industry demands and job roles.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r>
              <a:rPr lang="en-GB" sz="2000" dirty="0"/>
              <a:t>📚 </a:t>
            </a:r>
            <a:r>
              <a:rPr lang="en-GB" sz="2000" b="1" dirty="0"/>
              <a:t>Course Platform Integration</a:t>
            </a:r>
            <a:r>
              <a:rPr lang="en-GB" sz="2000" dirty="0"/>
              <a:t> – Connect with platforms such as Coursera, Udemy, and YouTube to recommend relevant resources.</a:t>
            </a:r>
          </a:p>
          <a:p>
            <a:pPr marL="342900" lvl="0" indent="-342900">
              <a:lnSpc>
                <a:spcPct val="162162"/>
              </a:lnSpc>
              <a:buClr>
                <a:srgbClr val="2B3541"/>
              </a:buClr>
              <a:buSzPts val="1850"/>
              <a:buFont typeface="Arial" panose="020B0604020202020204" pitchFamily="34" charset="0"/>
              <a:buChar char="•"/>
            </a:pPr>
            <a:endParaRPr lang="en-GB"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40028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505FC0-A123-2DC3-6F26-1198BA3BF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588" y="1035586"/>
            <a:ext cx="6413221" cy="495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4827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353300-C9B4-A7EC-660A-6B59377D6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087" y="1244361"/>
            <a:ext cx="7620349" cy="5387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177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40137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1309</Words>
  <Application>Microsoft Office PowerPoint</Application>
  <PresentationFormat>Widescreen</PresentationFormat>
  <Paragraphs>145</Paragraphs>
  <Slides>37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Aarya Dubey</cp:lastModifiedBy>
  <cp:revision>3</cp:revision>
  <dcterms:created xsi:type="dcterms:W3CDTF">2025-07-08T05:06:56Z</dcterms:created>
  <dcterms:modified xsi:type="dcterms:W3CDTF">2026-09-10T17:45:12Z</dcterms:modified>
</cp:coreProperties>
</file>