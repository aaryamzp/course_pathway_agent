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310" r:id="rId10"/>
    <p:sldId id="311" r:id="rId11"/>
    <p:sldId id="313" r:id="rId12"/>
    <p:sldId id="298" r:id="rId13"/>
    <p:sldId id="312" r:id="rId14"/>
    <p:sldId id="299" r:id="rId15"/>
    <p:sldId id="300" r:id="rId16"/>
    <p:sldId id="301" r:id="rId17"/>
    <p:sldId id="302" r:id="rId18"/>
    <p:sldId id="303" r:id="rId19"/>
    <p:sldId id="314" r:id="rId20"/>
    <p:sldId id="315" r:id="rId21"/>
    <p:sldId id="316" r:id="rId22"/>
    <p:sldId id="304" r:id="rId23"/>
    <p:sldId id="305" r:id="rId24"/>
    <p:sldId id="306" r:id="rId25"/>
    <p:sldId id="307" r:id="rId26"/>
    <p:sldId id="308" r:id="rId27"/>
    <p:sldId id="309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3" d="100"/>
          <a:sy n="43" d="100"/>
        </p:scale>
        <p:origin x="155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ya Dubey" userId="e4649135a960018e" providerId="LiveId" clId="{69B0F544-7751-401E-825E-C7F8ECAA9A85}"/>
    <pc:docChg chg="undo custSel addSld modSld">
      <pc:chgData name="Aarya Dubey" userId="e4649135a960018e" providerId="LiveId" clId="{69B0F544-7751-401E-825E-C7F8ECAA9A85}" dt="2026-09-09T13:50:01.900" v="606" actId="1076"/>
      <pc:docMkLst>
        <pc:docMk/>
      </pc:docMkLst>
      <pc:sldChg chg="addSp delSp modSp mod">
        <pc:chgData name="Aarya Dubey" userId="e4649135a960018e" providerId="LiveId" clId="{69B0F544-7751-401E-825E-C7F8ECAA9A85}" dt="2026-09-09T13:36:28.312" v="563"/>
        <pc:sldMkLst>
          <pc:docMk/>
          <pc:sldMk cId="952317876" sldId="291"/>
        </pc:sldMkLst>
        <pc:spChg chg="del">
          <ac:chgData name="Aarya Dubey" userId="e4649135a960018e" providerId="LiveId" clId="{69B0F544-7751-401E-825E-C7F8ECAA9A85}" dt="2026-09-09T10:24:07.860" v="131" actId="478"/>
          <ac:spMkLst>
            <pc:docMk/>
            <pc:sldMk cId="952317876" sldId="291"/>
            <ac:spMk id="3" creationId="{B0B023FA-CFEB-ACE9-8425-7E72E307CDC5}"/>
          </ac:spMkLst>
        </pc:spChg>
        <pc:spChg chg="add del mod">
          <ac:chgData name="Aarya Dubey" userId="e4649135a960018e" providerId="LiveId" clId="{69B0F544-7751-401E-825E-C7F8ECAA9A85}" dt="2026-09-09T13:36:28.312" v="563"/>
          <ac:spMkLst>
            <pc:docMk/>
            <pc:sldMk cId="952317876" sldId="291"/>
            <ac:spMk id="4" creationId="{A828B9EF-C084-F5D4-CA27-75AF7D995640}"/>
          </ac:spMkLst>
        </pc:spChg>
        <pc:spChg chg="mod">
          <ac:chgData name="Aarya Dubey" userId="e4649135a960018e" providerId="LiveId" clId="{69B0F544-7751-401E-825E-C7F8ECAA9A85}" dt="2026-09-09T10:23:00.409" v="79" actId="122"/>
          <ac:spMkLst>
            <pc:docMk/>
            <pc:sldMk cId="952317876" sldId="291"/>
            <ac:spMk id="7" creationId="{3D723CA3-EC2D-165A-F109-3759C4E9C8A4}"/>
          </ac:spMkLst>
        </pc:spChg>
        <pc:graphicFrameChg chg="modGraphic">
          <ac:chgData name="Aarya Dubey" userId="e4649135a960018e" providerId="LiveId" clId="{69B0F544-7751-401E-825E-C7F8ECAA9A85}" dt="2026-09-09T10:23:53.985" v="130" actId="122"/>
          <ac:graphicFrameMkLst>
            <pc:docMk/>
            <pc:sldMk cId="952317876" sldId="291"/>
            <ac:graphicFrameMk id="96" creationId="{00000000-0000-0000-0000-000000000000}"/>
          </ac:graphicFrameMkLst>
        </pc:graphicFrameChg>
        <pc:picChg chg="add mod">
          <ac:chgData name="Aarya Dubey" userId="e4649135a960018e" providerId="LiveId" clId="{69B0F544-7751-401E-825E-C7F8ECAA9A85}" dt="2026-09-09T13:35:25.015" v="536" actId="1076"/>
          <ac:picMkLst>
            <pc:docMk/>
            <pc:sldMk cId="952317876" sldId="291"/>
            <ac:picMk id="5" creationId="{87B61571-0246-B025-C1C9-3366A4FA7869}"/>
          </ac:picMkLst>
        </pc:picChg>
        <pc:picChg chg="del">
          <ac:chgData name="Aarya Dubey" userId="e4649135a960018e" providerId="LiveId" clId="{69B0F544-7751-401E-825E-C7F8ECAA9A85}" dt="2026-09-09T10:23:31.968" v="96" actId="478"/>
          <ac:picMkLst>
            <pc:docMk/>
            <pc:sldMk cId="952317876" sldId="291"/>
            <ac:picMk id="98" creationId="{00000000-0000-0000-0000-000000000000}"/>
          </ac:picMkLst>
        </pc:picChg>
      </pc:sldChg>
      <pc:sldChg chg="addSp modSp mod">
        <pc:chgData name="Aarya Dubey" userId="e4649135a960018e" providerId="LiveId" clId="{69B0F544-7751-401E-825E-C7F8ECAA9A85}" dt="2026-09-09T10:39:29.865" v="317" actId="1076"/>
        <pc:sldMkLst>
          <pc:docMk/>
          <pc:sldMk cId="261653373" sldId="292"/>
        </pc:sldMkLst>
        <pc:spChg chg="mod">
          <ac:chgData name="Aarya Dubey" userId="e4649135a960018e" providerId="LiveId" clId="{69B0F544-7751-401E-825E-C7F8ECAA9A85}" dt="2026-09-09T10:39:29.865" v="317" actId="1076"/>
          <ac:spMkLst>
            <pc:docMk/>
            <pc:sldMk cId="261653373" sldId="292"/>
            <ac:spMk id="2" creationId="{C6F6745E-14BA-0766-CE1E-32E29663832D}"/>
          </ac:spMkLst>
        </pc:spChg>
        <pc:spChg chg="mod">
          <ac:chgData name="Aarya Dubey" userId="e4649135a960018e" providerId="LiveId" clId="{69B0F544-7751-401E-825E-C7F8ECAA9A85}" dt="2026-09-09T10:24:27.345" v="132" actId="20577"/>
          <ac:spMkLst>
            <pc:docMk/>
            <pc:sldMk cId="261653373" sldId="292"/>
            <ac:spMk id="3" creationId="{3847FA31-EA47-D27A-9D69-AF50A3080AEC}"/>
          </ac:spMkLst>
        </pc:spChg>
        <pc:spChg chg="add">
          <ac:chgData name="Aarya Dubey" userId="e4649135a960018e" providerId="LiveId" clId="{69B0F544-7751-401E-825E-C7F8ECAA9A85}" dt="2026-09-09T10:34:07.293" v="261"/>
          <ac:spMkLst>
            <pc:docMk/>
            <pc:sldMk cId="261653373" sldId="292"/>
            <ac:spMk id="4" creationId="{456FEBE5-27BA-8807-F3E0-650DD4AEB360}"/>
          </ac:spMkLst>
        </pc:spChg>
      </pc:sldChg>
      <pc:sldChg chg="modSp mod">
        <pc:chgData name="Aarya Dubey" userId="e4649135a960018e" providerId="LiveId" clId="{69B0F544-7751-401E-825E-C7F8ECAA9A85}" dt="2026-09-09T11:23:31.188" v="343" actId="20577"/>
        <pc:sldMkLst>
          <pc:docMk/>
          <pc:sldMk cId="619459906" sldId="293"/>
        </pc:sldMkLst>
        <pc:spChg chg="mod">
          <ac:chgData name="Aarya Dubey" userId="e4649135a960018e" providerId="LiveId" clId="{69B0F544-7751-401E-825E-C7F8ECAA9A85}" dt="2026-09-09T11:23:14.718" v="342" actId="20577"/>
          <ac:spMkLst>
            <pc:docMk/>
            <pc:sldMk cId="619459906" sldId="293"/>
            <ac:spMk id="2" creationId="{4A1BF701-ABCA-4DF0-8330-B6AF71EF8E39}"/>
          </ac:spMkLst>
        </pc:spChg>
        <pc:spChg chg="mod">
          <ac:chgData name="Aarya Dubey" userId="e4649135a960018e" providerId="LiveId" clId="{69B0F544-7751-401E-825E-C7F8ECAA9A85}" dt="2026-09-09T11:23:31.188" v="343" actId="20577"/>
          <ac:spMkLst>
            <pc:docMk/>
            <pc:sldMk cId="619459906" sldId="293"/>
            <ac:spMk id="3" creationId="{527F30CC-07EF-8FCC-DA00-C9212F5DAECE}"/>
          </ac:spMkLst>
        </pc:spChg>
      </pc:sldChg>
      <pc:sldChg chg="addSp delSp modSp mod">
        <pc:chgData name="Aarya Dubey" userId="e4649135a960018e" providerId="LiveId" clId="{69B0F544-7751-401E-825E-C7F8ECAA9A85}" dt="2026-09-09T11:27:29.453" v="363" actId="2710"/>
        <pc:sldMkLst>
          <pc:docMk/>
          <pc:sldMk cId="443603904" sldId="294"/>
        </pc:sldMkLst>
        <pc:spChg chg="add del mod">
          <ac:chgData name="Aarya Dubey" userId="e4649135a960018e" providerId="LiveId" clId="{69B0F544-7751-401E-825E-C7F8ECAA9A85}" dt="2026-09-09T11:27:29.453" v="363" actId="2710"/>
          <ac:spMkLst>
            <pc:docMk/>
            <pc:sldMk cId="443603904" sldId="294"/>
            <ac:spMk id="3" creationId="{4A7608B5-9906-EFCF-959A-E89FC2E3EE19}"/>
          </ac:spMkLst>
        </pc:spChg>
        <pc:spChg chg="add del">
          <ac:chgData name="Aarya Dubey" userId="e4649135a960018e" providerId="LiveId" clId="{69B0F544-7751-401E-825E-C7F8ECAA9A85}" dt="2026-09-09T11:25:56.517" v="351" actId="21"/>
          <ac:spMkLst>
            <pc:docMk/>
            <pc:sldMk cId="443603904" sldId="294"/>
            <ac:spMk id="4" creationId="{47F05EBF-998D-81E2-BD61-A5B0A85E1F40}"/>
          </ac:spMkLst>
        </pc:spChg>
        <pc:spChg chg="add mod">
          <ac:chgData name="Aarya Dubey" userId="e4649135a960018e" providerId="LiveId" clId="{69B0F544-7751-401E-825E-C7F8ECAA9A85}" dt="2026-09-09T11:26:01.604" v="353"/>
          <ac:spMkLst>
            <pc:docMk/>
            <pc:sldMk cId="443603904" sldId="294"/>
            <ac:spMk id="5" creationId="{4A7608B5-9906-EFCF-959A-E89FC2E3EE19}"/>
          </ac:spMkLst>
        </pc:spChg>
        <pc:spChg chg="add mod">
          <ac:chgData name="Aarya Dubey" userId="e4649135a960018e" providerId="LiveId" clId="{69B0F544-7751-401E-825E-C7F8ECAA9A85}" dt="2026-09-09T11:26:01.604" v="353"/>
          <ac:spMkLst>
            <pc:docMk/>
            <pc:sldMk cId="443603904" sldId="294"/>
            <ac:spMk id="6" creationId="{47F05EBF-998D-81E2-BD61-A5B0A85E1F40}"/>
          </ac:spMkLst>
        </pc:spChg>
      </pc:sldChg>
      <pc:sldChg chg="addSp delSp modSp mod">
        <pc:chgData name="Aarya Dubey" userId="e4649135a960018e" providerId="LiveId" clId="{69B0F544-7751-401E-825E-C7F8ECAA9A85}" dt="2026-09-09T13:21:29.194" v="426"/>
        <pc:sldMkLst>
          <pc:docMk/>
          <pc:sldMk cId="3114963633" sldId="295"/>
        </pc:sldMkLst>
        <pc:spChg chg="del mod">
          <ac:chgData name="Aarya Dubey" userId="e4649135a960018e" providerId="LiveId" clId="{69B0F544-7751-401E-825E-C7F8ECAA9A85}" dt="2026-09-09T13:21:29.194" v="426"/>
          <ac:spMkLst>
            <pc:docMk/>
            <pc:sldMk cId="3114963633" sldId="295"/>
            <ac:spMk id="2" creationId="{9BB86949-7ED1-C43B-B1E3-5122BB67A596}"/>
          </ac:spMkLst>
        </pc:spChg>
        <pc:spChg chg="del">
          <ac:chgData name="Aarya Dubey" userId="e4649135a960018e" providerId="LiveId" clId="{69B0F544-7751-401E-825E-C7F8ECAA9A85}" dt="2026-09-09T13:19:52.825" v="420" actId="478"/>
          <ac:spMkLst>
            <pc:docMk/>
            <pc:sldMk cId="3114963633" sldId="295"/>
            <ac:spMk id="9" creationId="{6FFF7BC6-93D0-8D42-34B7-C226B1B96C2D}"/>
          </ac:spMkLst>
        </pc:spChg>
        <pc:picChg chg="add mod">
          <ac:chgData name="Aarya Dubey" userId="e4649135a960018e" providerId="LiveId" clId="{69B0F544-7751-401E-825E-C7F8ECAA9A85}" dt="2026-09-09T13:21:27.061" v="424" actId="1076"/>
          <ac:picMkLst>
            <pc:docMk/>
            <pc:sldMk cId="3114963633" sldId="295"/>
            <ac:picMk id="4" creationId="{D0AED06C-DB50-37B4-7C78-29E72A111AAE}"/>
          </ac:picMkLst>
        </pc:picChg>
        <pc:picChg chg="del mod">
          <ac:chgData name="Aarya Dubey" userId="e4649135a960018e" providerId="LiveId" clId="{69B0F544-7751-401E-825E-C7F8ECAA9A85}" dt="2026-09-09T13:19:49.375" v="419" actId="478"/>
          <ac:picMkLst>
            <pc:docMk/>
            <pc:sldMk cId="3114963633" sldId="295"/>
            <ac:picMk id="5" creationId="{61F38907-89DE-28F7-316F-44E7DAB9309E}"/>
          </ac:picMkLst>
        </pc:picChg>
      </pc:sldChg>
      <pc:sldChg chg="addSp delSp modSp mod">
        <pc:chgData name="Aarya Dubey" userId="e4649135a960018e" providerId="LiveId" clId="{69B0F544-7751-401E-825E-C7F8ECAA9A85}" dt="2026-09-09T13:50:01.900" v="606" actId="1076"/>
        <pc:sldMkLst>
          <pc:docMk/>
          <pc:sldMk cId="1316545553" sldId="296"/>
        </pc:sldMkLst>
        <pc:picChg chg="add mod">
          <ac:chgData name="Aarya Dubey" userId="e4649135a960018e" providerId="LiveId" clId="{69B0F544-7751-401E-825E-C7F8ECAA9A85}" dt="2026-09-09T13:50:01.900" v="606" actId="1076"/>
          <ac:picMkLst>
            <pc:docMk/>
            <pc:sldMk cId="1316545553" sldId="296"/>
            <ac:picMk id="4" creationId="{C6FACBCD-3044-E398-51A8-EFF70B48E06D}"/>
          </ac:picMkLst>
        </pc:picChg>
        <pc:picChg chg="del">
          <ac:chgData name="Aarya Dubey" userId="e4649135a960018e" providerId="LiveId" clId="{69B0F544-7751-401E-825E-C7F8ECAA9A85}" dt="2026-09-09T13:21:40.664" v="427" actId="478"/>
          <ac:picMkLst>
            <pc:docMk/>
            <pc:sldMk cId="1316545553" sldId="296"/>
            <ac:picMk id="5" creationId="{5DC7512A-0AA7-CC22-D1D2-C738BF12660E}"/>
          </ac:picMkLst>
        </pc:picChg>
      </pc:sldChg>
      <pc:sldChg chg="addSp delSp modSp mod">
        <pc:chgData name="Aarya Dubey" userId="e4649135a960018e" providerId="LiveId" clId="{69B0F544-7751-401E-825E-C7F8ECAA9A85}" dt="2026-09-09T10:16:56.743" v="5" actId="1076"/>
        <pc:sldMkLst>
          <pc:docMk/>
          <pc:sldMk cId="232371894" sldId="297"/>
        </pc:sldMkLst>
        <pc:picChg chg="add del">
          <ac:chgData name="Aarya Dubey" userId="e4649135a960018e" providerId="LiveId" clId="{69B0F544-7751-401E-825E-C7F8ECAA9A85}" dt="2026-09-09T10:16:47.687" v="2" actId="478"/>
          <ac:picMkLst>
            <pc:docMk/>
            <pc:sldMk cId="232371894" sldId="297"/>
            <ac:picMk id="3" creationId="{4BA106A3-584C-F8C0-7871-E6D11ABBC3C1}"/>
          </ac:picMkLst>
        </pc:picChg>
        <pc:picChg chg="del">
          <ac:chgData name="Aarya Dubey" userId="e4649135a960018e" providerId="LiveId" clId="{69B0F544-7751-401E-825E-C7F8ECAA9A85}" dt="2026-09-09T10:15:53.458" v="0" actId="478"/>
          <ac:picMkLst>
            <pc:docMk/>
            <pc:sldMk cId="232371894" sldId="297"/>
            <ac:picMk id="5" creationId="{433A290A-6680-D490-E6D4-9336496B1C34}"/>
          </ac:picMkLst>
        </pc:picChg>
        <pc:picChg chg="add mod">
          <ac:chgData name="Aarya Dubey" userId="e4649135a960018e" providerId="LiveId" clId="{69B0F544-7751-401E-825E-C7F8ECAA9A85}" dt="2026-09-09T10:16:56.743" v="5" actId="1076"/>
          <ac:picMkLst>
            <pc:docMk/>
            <pc:sldMk cId="232371894" sldId="297"/>
            <ac:picMk id="6" creationId="{F0B0D639-20B9-7635-FFA2-2A978B484F56}"/>
          </ac:picMkLst>
        </pc:picChg>
      </pc:sldChg>
      <pc:sldChg chg="addSp delSp modSp mod">
        <pc:chgData name="Aarya Dubey" userId="e4649135a960018e" providerId="LiveId" clId="{69B0F544-7751-401E-825E-C7F8ECAA9A85}" dt="2026-09-09T13:32:36.985" v="492" actId="1076"/>
        <pc:sldMkLst>
          <pc:docMk/>
          <pc:sldMk cId="445195169" sldId="298"/>
        </pc:sldMkLst>
        <pc:picChg chg="del">
          <ac:chgData name="Aarya Dubey" userId="e4649135a960018e" providerId="LiveId" clId="{69B0F544-7751-401E-825E-C7F8ECAA9A85}" dt="2026-09-09T13:32:09.762" v="489" actId="478"/>
          <ac:picMkLst>
            <pc:docMk/>
            <pc:sldMk cId="445195169" sldId="298"/>
            <ac:picMk id="3" creationId="{81932CE2-F219-0CA8-0102-55B8C682B8A2}"/>
          </ac:picMkLst>
        </pc:picChg>
        <pc:picChg chg="add mod">
          <ac:chgData name="Aarya Dubey" userId="e4649135a960018e" providerId="LiveId" clId="{69B0F544-7751-401E-825E-C7F8ECAA9A85}" dt="2026-09-09T13:32:36.985" v="492" actId="1076"/>
          <ac:picMkLst>
            <pc:docMk/>
            <pc:sldMk cId="445195169" sldId="298"/>
            <ac:picMk id="5" creationId="{6504D2AE-8468-FF63-1CDC-4B38059FD222}"/>
          </ac:picMkLst>
        </pc:picChg>
      </pc:sldChg>
      <pc:sldChg chg="modSp mod">
        <pc:chgData name="Aarya Dubey" userId="e4649135a960018e" providerId="LiveId" clId="{69B0F544-7751-401E-825E-C7F8ECAA9A85}" dt="2026-09-09T13:25:38.286" v="471" actId="113"/>
        <pc:sldMkLst>
          <pc:docMk/>
          <pc:sldMk cId="4000696967" sldId="299"/>
        </pc:sldMkLst>
        <pc:spChg chg="mod">
          <ac:chgData name="Aarya Dubey" userId="e4649135a960018e" providerId="LiveId" clId="{69B0F544-7751-401E-825E-C7F8ECAA9A85}" dt="2026-09-09T13:25:38.286" v="471" actId="113"/>
          <ac:spMkLst>
            <pc:docMk/>
            <pc:sldMk cId="4000696967" sldId="299"/>
            <ac:spMk id="3" creationId="{322462E8-EB3A-DA7D-44CB-4E757803A755}"/>
          </ac:spMkLst>
        </pc:spChg>
      </pc:sldChg>
      <pc:sldChg chg="addSp delSp modSp mod">
        <pc:chgData name="Aarya Dubey" userId="e4649135a960018e" providerId="LiveId" clId="{69B0F544-7751-401E-825E-C7F8ECAA9A85}" dt="2026-09-09T13:34:44.977" v="531" actId="20577"/>
        <pc:sldMkLst>
          <pc:docMk/>
          <pc:sldMk cId="893417001" sldId="300"/>
        </pc:sldMkLst>
        <pc:spChg chg="mod">
          <ac:chgData name="Aarya Dubey" userId="e4649135a960018e" providerId="LiveId" clId="{69B0F544-7751-401E-825E-C7F8ECAA9A85}" dt="2026-09-09T13:34:44.977" v="531" actId="20577"/>
          <ac:spMkLst>
            <pc:docMk/>
            <pc:sldMk cId="893417001" sldId="300"/>
            <ac:spMk id="5" creationId="{1BD576A0-BF64-32B6-1E59-49AA2C59C5CE}"/>
          </ac:spMkLst>
        </pc:spChg>
        <pc:spChg chg="mod">
          <ac:chgData name="Aarya Dubey" userId="e4649135a960018e" providerId="LiveId" clId="{69B0F544-7751-401E-825E-C7F8ECAA9A85}" dt="2026-09-09T13:34:41.007" v="529" actId="20577"/>
          <ac:spMkLst>
            <pc:docMk/>
            <pc:sldMk cId="893417001" sldId="300"/>
            <ac:spMk id="278" creationId="{D62F03A8-A8A8-CB93-006E-7173DC866F6F}"/>
          </ac:spMkLst>
        </pc:spChg>
        <pc:picChg chg="add mod">
          <ac:chgData name="Aarya Dubey" userId="e4649135a960018e" providerId="LiveId" clId="{69B0F544-7751-401E-825E-C7F8ECAA9A85}" dt="2026-09-09T13:34:07.534" v="504" actId="14100"/>
          <ac:picMkLst>
            <pc:docMk/>
            <pc:sldMk cId="893417001" sldId="300"/>
            <ac:picMk id="3" creationId="{9C53F781-2510-DF20-033F-0C3C8B33789A}"/>
          </ac:picMkLst>
        </pc:picChg>
        <pc:picChg chg="add mod">
          <ac:chgData name="Aarya Dubey" userId="e4649135a960018e" providerId="LiveId" clId="{69B0F544-7751-401E-825E-C7F8ECAA9A85}" dt="2026-09-09T13:33:59.193" v="501" actId="1076"/>
          <ac:picMkLst>
            <pc:docMk/>
            <pc:sldMk cId="893417001" sldId="300"/>
            <ac:picMk id="6" creationId="{8B82641B-81BE-3A56-6A92-5C071E3E506B}"/>
          </ac:picMkLst>
        </pc:picChg>
        <pc:picChg chg="del">
          <ac:chgData name="Aarya Dubey" userId="e4649135a960018e" providerId="LiveId" clId="{69B0F544-7751-401E-825E-C7F8ECAA9A85}" dt="2026-09-09T13:33:01.655" v="497" actId="478"/>
          <ac:picMkLst>
            <pc:docMk/>
            <pc:sldMk cId="893417001" sldId="300"/>
            <ac:picMk id="12" creationId="{3E29AF1D-88C4-87E5-74DF-4E97121E06CE}"/>
          </ac:picMkLst>
        </pc:picChg>
        <pc:picChg chg="del">
          <ac:chgData name="Aarya Dubey" userId="e4649135a960018e" providerId="LiveId" clId="{69B0F544-7751-401E-825E-C7F8ECAA9A85}" dt="2026-09-09T13:32:50.774" v="493" actId="478"/>
          <ac:picMkLst>
            <pc:docMk/>
            <pc:sldMk cId="893417001" sldId="300"/>
            <ac:picMk id="13" creationId="{C81444F5-0692-DD67-1759-70821E53B029}"/>
          </ac:picMkLst>
        </pc:picChg>
      </pc:sldChg>
      <pc:sldChg chg="addSp delSp modSp mod">
        <pc:chgData name="Aarya Dubey" userId="e4649135a960018e" providerId="LiveId" clId="{69B0F544-7751-401E-825E-C7F8ECAA9A85}" dt="2026-09-09T12:40:45.453" v="389" actId="1076"/>
        <pc:sldMkLst>
          <pc:docMk/>
          <pc:sldMk cId="1429961814" sldId="301"/>
        </pc:sldMkLst>
        <pc:spChg chg="del">
          <ac:chgData name="Aarya Dubey" userId="e4649135a960018e" providerId="LiveId" clId="{69B0F544-7751-401E-825E-C7F8ECAA9A85}" dt="2026-09-09T12:40:18.249" v="384" actId="478"/>
          <ac:spMkLst>
            <pc:docMk/>
            <pc:sldMk cId="1429961814" sldId="301"/>
            <ac:spMk id="2" creationId="{CCA977A3-5FA0-8FF5-E1D1-86C9ED676512}"/>
          </ac:spMkLst>
        </pc:spChg>
        <pc:spChg chg="add del">
          <ac:chgData name="Aarya Dubey" userId="e4649135a960018e" providerId="LiveId" clId="{69B0F544-7751-401E-825E-C7F8ECAA9A85}" dt="2026-09-09T12:40:22.111" v="386" actId="478"/>
          <ac:spMkLst>
            <pc:docMk/>
            <pc:sldMk cId="1429961814" sldId="301"/>
            <ac:spMk id="5" creationId="{3A0B0574-B00C-3BF2-B7AD-6E5A3E109E86}"/>
          </ac:spMkLst>
        </pc:spChg>
        <pc:picChg chg="del">
          <ac:chgData name="Aarya Dubey" userId="e4649135a960018e" providerId="LiveId" clId="{69B0F544-7751-401E-825E-C7F8ECAA9A85}" dt="2026-09-09T12:40:14.205" v="383" actId="478"/>
          <ac:picMkLst>
            <pc:docMk/>
            <pc:sldMk cId="1429961814" sldId="301"/>
            <ac:picMk id="4" creationId="{E430EE8C-8F89-5938-483F-00452050511A}"/>
          </ac:picMkLst>
        </pc:picChg>
        <pc:picChg chg="add mod">
          <ac:chgData name="Aarya Dubey" userId="e4649135a960018e" providerId="LiveId" clId="{69B0F544-7751-401E-825E-C7F8ECAA9A85}" dt="2026-09-09T12:40:45.453" v="389" actId="1076"/>
          <ac:picMkLst>
            <pc:docMk/>
            <pc:sldMk cId="1429961814" sldId="301"/>
            <ac:picMk id="7" creationId="{CF4B5ED8-B0B2-A390-E0AA-AC92F5C833CE}"/>
          </ac:picMkLst>
        </pc:picChg>
      </pc:sldChg>
      <pc:sldChg chg="addSp delSp mod">
        <pc:chgData name="Aarya Dubey" userId="e4649135a960018e" providerId="LiveId" clId="{69B0F544-7751-401E-825E-C7F8ECAA9A85}" dt="2026-09-09T13:15:41.748" v="397" actId="22"/>
        <pc:sldMkLst>
          <pc:docMk/>
          <pc:sldMk cId="3585092305" sldId="302"/>
        </pc:sldMkLst>
        <pc:spChg chg="del">
          <ac:chgData name="Aarya Dubey" userId="e4649135a960018e" providerId="LiveId" clId="{69B0F544-7751-401E-825E-C7F8ECAA9A85}" dt="2026-09-09T13:15:40.232" v="396" actId="478"/>
          <ac:spMkLst>
            <pc:docMk/>
            <pc:sldMk cId="3585092305" sldId="302"/>
            <ac:spMk id="2" creationId="{9692D13D-6B69-03D8-BA22-587B943A2572}"/>
          </ac:spMkLst>
        </pc:spChg>
        <pc:picChg chg="add">
          <ac:chgData name="Aarya Dubey" userId="e4649135a960018e" providerId="LiveId" clId="{69B0F544-7751-401E-825E-C7F8ECAA9A85}" dt="2026-09-09T13:15:41.748" v="397" actId="22"/>
          <ac:picMkLst>
            <pc:docMk/>
            <pc:sldMk cId="3585092305" sldId="302"/>
            <ac:picMk id="4" creationId="{3E54C75C-70C5-68EB-D833-F9CC033B7F28}"/>
          </ac:picMkLst>
        </pc:picChg>
        <pc:picChg chg="del">
          <ac:chgData name="Aarya Dubey" userId="e4649135a960018e" providerId="LiveId" clId="{69B0F544-7751-401E-825E-C7F8ECAA9A85}" dt="2026-09-09T13:15:35.399" v="395" actId="478"/>
          <ac:picMkLst>
            <pc:docMk/>
            <pc:sldMk cId="3585092305" sldId="302"/>
            <ac:picMk id="5" creationId="{146B9DE6-C4BB-B81B-528A-B8789445C3FE}"/>
          </ac:picMkLst>
        </pc:picChg>
      </pc:sldChg>
      <pc:sldChg chg="addSp delSp modSp mod">
        <pc:chgData name="Aarya Dubey" userId="e4649135a960018e" providerId="LiveId" clId="{69B0F544-7751-401E-825E-C7F8ECAA9A85}" dt="2026-09-09T13:16:20.551" v="402" actId="1076"/>
        <pc:sldMkLst>
          <pc:docMk/>
          <pc:sldMk cId="2601907186" sldId="303"/>
        </pc:sldMkLst>
        <pc:spChg chg="del">
          <ac:chgData name="Aarya Dubey" userId="e4649135a960018e" providerId="LiveId" clId="{69B0F544-7751-401E-825E-C7F8ECAA9A85}" dt="2026-09-09T13:16:14.136" v="399" actId="478"/>
          <ac:spMkLst>
            <pc:docMk/>
            <pc:sldMk cId="2601907186" sldId="303"/>
            <ac:spMk id="2" creationId="{EB55001C-8880-8B09-8704-29D3F62E7A03}"/>
          </ac:spMkLst>
        </pc:spChg>
        <pc:picChg chg="del">
          <ac:chgData name="Aarya Dubey" userId="e4649135a960018e" providerId="LiveId" clId="{69B0F544-7751-401E-825E-C7F8ECAA9A85}" dt="2026-09-09T13:16:10.894" v="398" actId="478"/>
          <ac:picMkLst>
            <pc:docMk/>
            <pc:sldMk cId="2601907186" sldId="303"/>
            <ac:picMk id="4" creationId="{BA6C1B5E-405A-0E58-2397-353A88D82B9B}"/>
          </ac:picMkLst>
        </pc:picChg>
        <pc:picChg chg="add mod">
          <ac:chgData name="Aarya Dubey" userId="e4649135a960018e" providerId="LiveId" clId="{69B0F544-7751-401E-825E-C7F8ECAA9A85}" dt="2026-09-09T13:16:20.551" v="402" actId="1076"/>
          <ac:picMkLst>
            <pc:docMk/>
            <pc:sldMk cId="2601907186" sldId="303"/>
            <ac:picMk id="5" creationId="{E85E8A73-3FCE-15E6-C963-C099C5FFFA16}"/>
          </ac:picMkLst>
        </pc:picChg>
      </pc:sldChg>
      <pc:sldChg chg="modSp mod">
        <pc:chgData name="Aarya Dubey" userId="e4649135a960018e" providerId="LiveId" clId="{69B0F544-7751-401E-825E-C7F8ECAA9A85}" dt="2026-09-09T13:30:33.945" v="488" actId="20577"/>
        <pc:sldMkLst>
          <pc:docMk/>
          <pc:sldMk cId="2325282270" sldId="304"/>
        </pc:sldMkLst>
        <pc:spChg chg="mod">
          <ac:chgData name="Aarya Dubey" userId="e4649135a960018e" providerId="LiveId" clId="{69B0F544-7751-401E-825E-C7F8ECAA9A85}" dt="2026-09-09T13:30:33.945" v="488" actId="20577"/>
          <ac:spMkLst>
            <pc:docMk/>
            <pc:sldMk cId="2325282270" sldId="304"/>
            <ac:spMk id="3" creationId="{ED65F54F-855A-0DB6-09A6-3212C5F7405B}"/>
          </ac:spMkLst>
        </pc:spChg>
      </pc:sldChg>
      <pc:sldChg chg="addSp modSp mod">
        <pc:chgData name="Aarya Dubey" userId="e4649135a960018e" providerId="LiveId" clId="{69B0F544-7751-401E-825E-C7F8ECAA9A85}" dt="2026-09-09T13:43:38.416" v="603" actId="1076"/>
        <pc:sldMkLst>
          <pc:docMk/>
          <pc:sldMk cId="4040412275" sldId="305"/>
        </pc:sldMkLst>
        <pc:spChg chg="add mod">
          <ac:chgData name="Aarya Dubey" userId="e4649135a960018e" providerId="LiveId" clId="{69B0F544-7751-401E-825E-C7F8ECAA9A85}" dt="2026-09-09T13:43:38.416" v="603" actId="1076"/>
          <ac:spMkLst>
            <pc:docMk/>
            <pc:sldMk cId="4040412275" sldId="305"/>
            <ac:spMk id="3" creationId="{E4FE5FDC-1F8C-84AE-7415-D228B2B4A66E}"/>
          </ac:spMkLst>
        </pc:spChg>
        <pc:spChg chg="mod">
          <ac:chgData name="Aarya Dubey" userId="e4649135a960018e" providerId="LiveId" clId="{69B0F544-7751-401E-825E-C7F8ECAA9A85}" dt="2026-09-09T13:36:59.119" v="564" actId="20577"/>
          <ac:spMkLst>
            <pc:docMk/>
            <pc:sldMk cId="4040412275" sldId="305"/>
            <ac:spMk id="279" creationId="{3711AF54-94A6-B837-31EF-9A8C4ECB9AF6}"/>
          </ac:spMkLst>
        </pc:spChg>
      </pc:sldChg>
      <pc:sldChg chg="addSp modSp mod">
        <pc:chgData name="Aarya Dubey" userId="e4649135a960018e" providerId="LiveId" clId="{69B0F544-7751-401E-825E-C7F8ECAA9A85}" dt="2026-09-09T13:41:59.221" v="601"/>
        <pc:sldMkLst>
          <pc:docMk/>
          <pc:sldMk cId="740028465" sldId="306"/>
        </pc:sldMkLst>
        <pc:spChg chg="add">
          <ac:chgData name="Aarya Dubey" userId="e4649135a960018e" providerId="LiveId" clId="{69B0F544-7751-401E-825E-C7F8ECAA9A85}" dt="2026-09-09T13:38:50.446" v="568"/>
          <ac:spMkLst>
            <pc:docMk/>
            <pc:sldMk cId="740028465" sldId="306"/>
            <ac:spMk id="2" creationId="{3A3D2BFB-218E-47EA-C4CD-9537E4AD39C4}"/>
          </ac:spMkLst>
        </pc:spChg>
        <pc:spChg chg="mod">
          <ac:chgData name="Aarya Dubey" userId="e4649135a960018e" providerId="LiveId" clId="{69B0F544-7751-401E-825E-C7F8ECAA9A85}" dt="2026-09-09T13:41:59.221" v="601"/>
          <ac:spMkLst>
            <pc:docMk/>
            <pc:sldMk cId="740028465" sldId="306"/>
            <ac:spMk id="279" creationId="{EAFA16CB-0A72-5AC5-69A0-ABF4A752B43F}"/>
          </ac:spMkLst>
        </pc:spChg>
      </pc:sldChg>
      <pc:sldChg chg="addSp delSp modSp add mod">
        <pc:chgData name="Aarya Dubey" userId="e4649135a960018e" providerId="LiveId" clId="{69B0F544-7751-401E-825E-C7F8ECAA9A85}" dt="2026-09-09T11:35:49.419" v="369" actId="1076"/>
        <pc:sldMkLst>
          <pc:docMk/>
          <pc:sldMk cId="1443311956" sldId="310"/>
        </pc:sldMkLst>
        <pc:picChg chg="add mod">
          <ac:chgData name="Aarya Dubey" userId="e4649135a960018e" providerId="LiveId" clId="{69B0F544-7751-401E-825E-C7F8ECAA9A85}" dt="2026-09-09T11:35:49.419" v="369" actId="1076"/>
          <ac:picMkLst>
            <pc:docMk/>
            <pc:sldMk cId="1443311956" sldId="310"/>
            <ac:picMk id="3" creationId="{67D99220-B6E5-9480-E11D-CEFFBF7FB303}"/>
          </ac:picMkLst>
        </pc:picChg>
        <pc:picChg chg="del">
          <ac:chgData name="Aarya Dubey" userId="e4649135a960018e" providerId="LiveId" clId="{69B0F544-7751-401E-825E-C7F8ECAA9A85}" dt="2026-09-09T11:35:27.601" v="366" actId="478"/>
          <ac:picMkLst>
            <pc:docMk/>
            <pc:sldMk cId="1443311956" sldId="310"/>
            <ac:picMk id="6" creationId="{3A7B76C6-38DF-6B4F-4D60-C0DCB9FC204C}"/>
          </ac:picMkLst>
        </pc:picChg>
      </pc:sldChg>
      <pc:sldChg chg="addSp delSp modSp add mod">
        <pc:chgData name="Aarya Dubey" userId="e4649135a960018e" providerId="LiveId" clId="{69B0F544-7751-401E-825E-C7F8ECAA9A85}" dt="2026-09-09T11:36:18.819" v="376" actId="1076"/>
        <pc:sldMkLst>
          <pc:docMk/>
          <pc:sldMk cId="2008302463" sldId="311"/>
        </pc:sldMkLst>
        <pc:picChg chg="add del mod">
          <ac:chgData name="Aarya Dubey" userId="e4649135a960018e" providerId="LiveId" clId="{69B0F544-7751-401E-825E-C7F8ECAA9A85}" dt="2026-09-09T11:36:06.049" v="373" actId="478"/>
          <ac:picMkLst>
            <pc:docMk/>
            <pc:sldMk cId="2008302463" sldId="311"/>
            <ac:picMk id="3" creationId="{E80F82B4-F4F2-6EA6-69DB-ED4BC293B4DB}"/>
          </ac:picMkLst>
        </pc:picChg>
        <pc:picChg chg="add mod">
          <ac:chgData name="Aarya Dubey" userId="e4649135a960018e" providerId="LiveId" clId="{69B0F544-7751-401E-825E-C7F8ECAA9A85}" dt="2026-09-09T11:36:18.819" v="376" actId="1076"/>
          <ac:picMkLst>
            <pc:docMk/>
            <pc:sldMk cId="2008302463" sldId="311"/>
            <ac:picMk id="5" creationId="{8DAA2D76-BD34-9E76-44CA-F4B875BAE37F}"/>
          </ac:picMkLst>
        </pc:picChg>
        <pc:picChg chg="del">
          <ac:chgData name="Aarya Dubey" userId="e4649135a960018e" providerId="LiveId" clId="{69B0F544-7751-401E-825E-C7F8ECAA9A85}" dt="2026-09-09T11:35:52.217" v="370" actId="478"/>
          <ac:picMkLst>
            <pc:docMk/>
            <pc:sldMk cId="2008302463" sldId="311"/>
            <ac:picMk id="6" creationId="{0E8EE662-1E97-E612-4878-7B1C14B736AA}"/>
          </ac:picMkLst>
        </pc:picChg>
      </pc:sldChg>
      <pc:sldChg chg="addSp delSp modSp add mod">
        <pc:chgData name="Aarya Dubey" userId="e4649135a960018e" providerId="LiveId" clId="{69B0F544-7751-401E-825E-C7F8ECAA9A85}" dt="2026-09-09T12:35:12.047" v="382" actId="1076"/>
        <pc:sldMkLst>
          <pc:docMk/>
          <pc:sldMk cId="2412837814" sldId="312"/>
        </pc:sldMkLst>
        <pc:spChg chg="add del">
          <ac:chgData name="Aarya Dubey" userId="e4649135a960018e" providerId="LiveId" clId="{69B0F544-7751-401E-825E-C7F8ECAA9A85}" dt="2026-09-09T12:34:49.501" v="380" actId="22"/>
          <ac:spMkLst>
            <pc:docMk/>
            <pc:sldMk cId="2412837814" sldId="312"/>
            <ac:spMk id="5" creationId="{B8A2D3A1-ADC3-20D2-61D0-264DF4119F91}"/>
          </ac:spMkLst>
        </pc:spChg>
        <pc:picChg chg="del">
          <ac:chgData name="Aarya Dubey" userId="e4649135a960018e" providerId="LiveId" clId="{69B0F544-7751-401E-825E-C7F8ECAA9A85}" dt="2026-09-09T12:34:46.528" v="378" actId="478"/>
          <ac:picMkLst>
            <pc:docMk/>
            <pc:sldMk cId="2412837814" sldId="312"/>
            <ac:picMk id="3" creationId="{C1B6B0EB-D6E2-15DC-CC27-CB0999C4FCB6}"/>
          </ac:picMkLst>
        </pc:picChg>
        <pc:picChg chg="add mod">
          <ac:chgData name="Aarya Dubey" userId="e4649135a960018e" providerId="LiveId" clId="{69B0F544-7751-401E-825E-C7F8ECAA9A85}" dt="2026-09-09T12:35:12.047" v="382" actId="1076"/>
          <ac:picMkLst>
            <pc:docMk/>
            <pc:sldMk cId="2412837814" sldId="312"/>
            <ac:picMk id="7" creationId="{2D103DFD-0E0D-66C8-5292-A56706F36453}"/>
          </ac:picMkLst>
        </pc:picChg>
      </pc:sldChg>
      <pc:sldChg chg="addSp delSp modSp add mod">
        <pc:chgData name="Aarya Dubey" userId="e4649135a960018e" providerId="LiveId" clId="{69B0F544-7751-401E-825E-C7F8ECAA9A85}" dt="2026-09-09T12:47:49.700" v="394" actId="1076"/>
        <pc:sldMkLst>
          <pc:docMk/>
          <pc:sldMk cId="3771760437" sldId="313"/>
        </pc:sldMkLst>
        <pc:picChg chg="add mod">
          <ac:chgData name="Aarya Dubey" userId="e4649135a960018e" providerId="LiveId" clId="{69B0F544-7751-401E-825E-C7F8ECAA9A85}" dt="2026-09-09T12:47:49.700" v="394" actId="1076"/>
          <ac:picMkLst>
            <pc:docMk/>
            <pc:sldMk cId="3771760437" sldId="313"/>
            <ac:picMk id="3" creationId="{37E9A2FD-18D2-27B7-C6A6-AF5C1F0FEC48}"/>
          </ac:picMkLst>
        </pc:picChg>
        <pc:picChg chg="del">
          <ac:chgData name="Aarya Dubey" userId="e4649135a960018e" providerId="LiveId" clId="{69B0F544-7751-401E-825E-C7F8ECAA9A85}" dt="2026-09-09T12:47:44.983" v="391" actId="478"/>
          <ac:picMkLst>
            <pc:docMk/>
            <pc:sldMk cId="3771760437" sldId="313"/>
            <ac:picMk id="5" creationId="{CD27B85E-532D-97C3-B23D-A1896E30E1AA}"/>
          </ac:picMkLst>
        </pc:picChg>
      </pc:sldChg>
      <pc:sldChg chg="addSp delSp modSp add mod">
        <pc:chgData name="Aarya Dubey" userId="e4649135a960018e" providerId="LiveId" clId="{69B0F544-7751-401E-825E-C7F8ECAA9A85}" dt="2026-09-09T13:17:32.642" v="407" actId="1076"/>
        <pc:sldMkLst>
          <pc:docMk/>
          <pc:sldMk cId="1485343494" sldId="314"/>
        </pc:sldMkLst>
        <pc:picChg chg="add mod">
          <ac:chgData name="Aarya Dubey" userId="e4649135a960018e" providerId="LiveId" clId="{69B0F544-7751-401E-825E-C7F8ECAA9A85}" dt="2026-09-09T13:17:32.642" v="407" actId="1076"/>
          <ac:picMkLst>
            <pc:docMk/>
            <pc:sldMk cId="1485343494" sldId="314"/>
            <ac:picMk id="3" creationId="{43063A5B-0F06-0074-572A-DFEC5EDCFF6C}"/>
          </ac:picMkLst>
        </pc:picChg>
        <pc:picChg chg="del">
          <ac:chgData name="Aarya Dubey" userId="e4649135a960018e" providerId="LiveId" clId="{69B0F544-7751-401E-825E-C7F8ECAA9A85}" dt="2026-09-09T13:17:28.659" v="404" actId="478"/>
          <ac:picMkLst>
            <pc:docMk/>
            <pc:sldMk cId="1485343494" sldId="314"/>
            <ac:picMk id="5" creationId="{CBB989D6-9FC3-E571-98ED-5315964AB493}"/>
          </ac:picMkLst>
        </pc:picChg>
      </pc:sldChg>
      <pc:sldChg chg="addSp delSp modSp add mod">
        <pc:chgData name="Aarya Dubey" userId="e4649135a960018e" providerId="LiveId" clId="{69B0F544-7751-401E-825E-C7F8ECAA9A85}" dt="2026-09-09T13:18:32.518" v="412" actId="1076"/>
        <pc:sldMkLst>
          <pc:docMk/>
          <pc:sldMk cId="3943511518" sldId="315"/>
        </pc:sldMkLst>
        <pc:picChg chg="del">
          <ac:chgData name="Aarya Dubey" userId="e4649135a960018e" providerId="LiveId" clId="{69B0F544-7751-401E-825E-C7F8ECAA9A85}" dt="2026-09-09T13:18:28.062" v="409" actId="478"/>
          <ac:picMkLst>
            <pc:docMk/>
            <pc:sldMk cId="3943511518" sldId="315"/>
            <ac:picMk id="3" creationId="{BCE13C33-00DB-B67A-E0EC-17924AD180D5}"/>
          </ac:picMkLst>
        </pc:picChg>
        <pc:picChg chg="add mod">
          <ac:chgData name="Aarya Dubey" userId="e4649135a960018e" providerId="LiveId" clId="{69B0F544-7751-401E-825E-C7F8ECAA9A85}" dt="2026-09-09T13:18:32.518" v="412" actId="1076"/>
          <ac:picMkLst>
            <pc:docMk/>
            <pc:sldMk cId="3943511518" sldId="315"/>
            <ac:picMk id="4" creationId="{D167E7EB-3FA7-C504-76F5-3F9C84CC06C6}"/>
          </ac:picMkLst>
        </pc:picChg>
      </pc:sldChg>
      <pc:sldChg chg="addSp delSp modSp add mod">
        <pc:chgData name="Aarya Dubey" userId="e4649135a960018e" providerId="LiveId" clId="{69B0F544-7751-401E-825E-C7F8ECAA9A85}" dt="2026-09-09T13:19:27.695" v="417" actId="1076"/>
        <pc:sldMkLst>
          <pc:docMk/>
          <pc:sldMk cId="2291857817" sldId="316"/>
        </pc:sldMkLst>
        <pc:picChg chg="add mod">
          <ac:chgData name="Aarya Dubey" userId="e4649135a960018e" providerId="LiveId" clId="{69B0F544-7751-401E-825E-C7F8ECAA9A85}" dt="2026-09-09T13:19:27.695" v="417" actId="1076"/>
          <ac:picMkLst>
            <pc:docMk/>
            <pc:sldMk cId="2291857817" sldId="316"/>
            <ac:picMk id="3" creationId="{635E8C5B-ED0C-5314-D0BE-135791C67C09}"/>
          </ac:picMkLst>
        </pc:picChg>
        <pc:picChg chg="del">
          <ac:chgData name="Aarya Dubey" userId="e4649135a960018e" providerId="LiveId" clId="{69B0F544-7751-401E-825E-C7F8ECAA9A85}" dt="2026-09-09T13:19:23.297" v="414" actId="478"/>
          <ac:picMkLst>
            <pc:docMk/>
            <pc:sldMk cId="2291857817" sldId="316"/>
            <ac:picMk id="4" creationId="{04AE7F6F-9898-2759-D657-39BE52E0CA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B86B63A0-2EBA-421C-5063-0938744C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1D71B05-57AA-F472-1A64-4E6F55B6A5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FA354C1-363F-33C2-C60F-5988A25DF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0345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09DAD99-09E7-C87A-3429-5E2909FC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64CBBF8-9567-96D8-481A-2F3296234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3698E9-B606-D154-44BE-CE882B2F4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5438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090DC454-7A96-4DC0-E2C6-2171B7EC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82E85E3-6BF4-5DF7-FE5E-8B848DFFD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D783811-DB4E-32BA-DF74-025AE20A9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7289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124D5098-ECA3-5549-00F2-71202B12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4036DE76-970C-69CB-66C0-135974E28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5A28453-B0DE-AEED-12F6-2A5AEDA5FF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60591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2772109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Aarya Dubey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aaryadubeymzp@gmail.com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9369522563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690624" y="1075831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Domain of  Project – Education</a:t>
            </a:r>
          </a:p>
          <a:p>
            <a:pPr algn="ctr"/>
            <a:r>
              <a:rPr lang="en-US" sz="2400" b="1" dirty="0"/>
              <a:t>AICTE STUDENT ID:-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STU66a50c355f54d1722092597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Project Tile – </a:t>
            </a:r>
            <a:r>
              <a:rPr lang="en-GB" sz="2400" b="1" dirty="0"/>
              <a:t>Agentic AI for Personalized Course Pathways</a:t>
            </a:r>
            <a:r>
              <a:rPr lang="en-GB" sz="2400" dirty="0"/>
              <a:t>.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61571-0246-B025-C1C9-3366A4FA7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158" y="3683879"/>
            <a:ext cx="692983" cy="92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360625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GB" dirty="0"/>
              <a:t>Agentic AI for Personalized Course Pathways. </a:t>
            </a:r>
            <a:endParaRPr lang="en-US" b="1" dirty="0"/>
          </a:p>
          <a:p>
            <a:pPr fontAlgn="base"/>
            <a:r>
              <a:rPr lang="en-GB" b="1" dirty="0"/>
              <a:t>The Challenge</a:t>
            </a:r>
            <a:br>
              <a:rPr lang="en-GB" dirty="0"/>
            </a:br>
            <a:r>
              <a:rPr lang="en-GB" dirty="0"/>
              <a:t>Students often struggle to identify the right learning path that aligns with their interests and long-term goals due to the overwhelming number of online courses and a lack of personalized guidance. Without a coach to guide them, they end up choosing courses in isolation, disconnected from any real career direction.</a:t>
            </a:r>
          </a:p>
          <a:p>
            <a:pPr fontAlgn="base"/>
            <a:r>
              <a:rPr lang="en-GB" b="1" dirty="0"/>
              <a:t>The Objective</a:t>
            </a:r>
            <a:br>
              <a:rPr lang="en-GB" dirty="0"/>
            </a:br>
            <a:r>
              <a:rPr lang="en-GB" dirty="0"/>
              <a:t>Build </a:t>
            </a:r>
            <a:r>
              <a:rPr lang="en-GB" dirty="0" err="1"/>
              <a:t>SkillPilot</a:t>
            </a:r>
            <a:r>
              <a:rPr lang="en-GB" dirty="0"/>
              <a:t>, an Agentic AI coach that interacts with students, understands their interests, and dynamically builds a personalized course roadmap. The solution should: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Goal &amp; Interest Discovery</a:t>
            </a:r>
            <a:r>
              <a:rPr lang="en-GB" dirty="0"/>
              <a:t> – Ask if the student has a goal, or identify one from their interests (Frontend Development, Cybersecurity, UI/UX Design, etc.)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Skill Level Assessment</a:t>
            </a:r>
            <a:r>
              <a:rPr lang="en-GB" dirty="0"/>
              <a:t> – Evaluate the student's current skill level (Beginner, Intermediate, Advanced)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Personalized Roadmap Generation</a:t>
            </a:r>
            <a:r>
              <a:rPr lang="en-GB" dirty="0"/>
              <a:t> – Build a sequenced plan of skills, tools, and languages required for the target role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Timeline &amp; Pace Planning</a:t>
            </a:r>
            <a:r>
              <a:rPr lang="en-GB" dirty="0"/>
              <a:t> – Negotiate a realistic timeline and daily study hours with the student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Adaptive Progress Tracking</a:t>
            </a:r>
            <a:r>
              <a:rPr lang="en-GB" dirty="0"/>
              <a:t> – Recalculate the roadmap over time based on progress and changing 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Multi-Agent System</a:t>
            </a:r>
            <a:r>
              <a:rPr lang="en-GB" dirty="0"/>
              <a:t> –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Goal Discovery Agent (identifies interests and target job role)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Skill Assessment Agent (evaluates current skill level)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Roadmap Generation Agent (builds the personalized course roadmap)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Progress Tracking Agent (adapts the roadmap based on progress and feedback)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GB" dirty="0" err="1"/>
              <a:t>SkillPilot</a:t>
            </a:r>
            <a:r>
              <a:rPr lang="en-GB" dirty="0"/>
              <a:t> – An Agentic AI Coach for Personalized Course Pathways</a:t>
            </a:r>
          </a:p>
          <a:p>
            <a:r>
              <a:rPr lang="en-GB" dirty="0" err="1"/>
              <a:t>SkillPilot</a:t>
            </a:r>
            <a:r>
              <a:rPr lang="en-GB" dirty="0"/>
              <a:t> is a multi-agent AI learning coach built on IBM Granite Models and IBM watsonx.ai. It solves students' course-selection overwhelm by delivering personalized roadmaps, adaptive pacing, and goal-driven guidance through a modular agent architecture.</a:t>
            </a:r>
          </a:p>
          <a:p>
            <a:r>
              <a:rPr lang="en-GB" b="1" dirty="0"/>
              <a:t>Four agents power the system: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Goal Discovery Agent</a:t>
            </a:r>
            <a:r>
              <a:rPr lang="en-GB" dirty="0"/>
              <a:t> — identifies a student's career goal, or surfaces one from their stated interests (Frontend Development, Cybersecurity, UI/UX Design,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Skill Assessment Agent</a:t>
            </a:r>
            <a:r>
              <a:rPr lang="en-GB" dirty="0"/>
              <a:t> — evaluates current skill level to set the roadmap's starting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Roadmap Generation Agent</a:t>
            </a:r>
            <a:r>
              <a:rPr lang="en-GB" dirty="0"/>
              <a:t> — builds a sequenced plan of skills, tools, and languages, reconciled against the student's desired timeline and daily study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Progress Tracking Agent</a:t>
            </a:r>
            <a:r>
              <a:rPr lang="en-GB" dirty="0"/>
              <a:t> — monitors pace and completed modules, dynamically adapting the roadmap as the student progresses</a:t>
            </a:r>
          </a:p>
          <a:p>
            <a:r>
              <a:rPr lang="en-GB" dirty="0"/>
              <a:t>A user-friendly dashboard (</a:t>
            </a:r>
            <a:r>
              <a:rPr lang="en-GB" dirty="0" err="1"/>
              <a:t>Streamlit</a:t>
            </a:r>
            <a:r>
              <a:rPr lang="en-GB" dirty="0"/>
              <a:t> or React) visualizes the roadmap timeline, tracks progress per module, and surfaces the next recommended study task.</a:t>
            </a:r>
          </a:p>
          <a:p>
            <a:r>
              <a:rPr lang="en-GB" dirty="0"/>
              <a:t>IBM watsonx.ai orchestrates the agent workflows, Granite Models drive reasoning and roadmap generation and adaptive re-planning, and IBM Cloud Lite services handle deployment, storage, and scaling — delivering an end-to-end coaching assistant that keeps students on a clear, personalized path to career-ready skills.</a:t>
            </a:r>
          </a:p>
          <a:p>
            <a:endParaRPr lang="en-US" b="1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IBM Bob Platform</a:t>
            </a:r>
            <a:r>
              <a:rPr lang="en-GB" dirty="0"/>
              <a:t> – for designing and orchestrating the multi-agent workflow visually, connecting the Goal Discovery, Skill Assessment, Roadmap Generation, and Progress Tracking agents into a single coordinated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Granite Model</a:t>
            </a:r>
            <a:r>
              <a:rPr lang="en-IN" dirty="0"/>
              <a:t> (e.g., ibm-granite-3-2-8b) – powers natural language understanding, reasoning, and personalization, enabling the agents to interpret student inputs and generate tailored roadmap recommendations.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RAG (Retrieval-Augmented Generation)</a:t>
            </a:r>
            <a:r>
              <a:rPr lang="en-GB" dirty="0"/>
              <a:t> – fetches accurate, up-to-date information on skills, tools, and career-role requirements first, then generates roadmap recommendations grounded in that data, making </a:t>
            </a:r>
            <a:r>
              <a:rPr lang="en-GB" dirty="0" err="1"/>
              <a:t>SkillPilot's</a:t>
            </a:r>
            <a:r>
              <a:rPr lang="en-GB" dirty="0"/>
              <a:t> guidance more trustworthy and effective.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IBM watsonx.ai</a:t>
            </a:r>
            <a:r>
              <a:rPr lang="en-GB" dirty="0"/>
              <a:t> – handles model deployment, embeddings, and AI governance across the agent pipeline.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IBM Cloud</a:t>
            </a:r>
            <a:r>
              <a:rPr lang="en-GB" dirty="0"/>
              <a:t> – provides the infrastructure to build, deploy, and scale </a:t>
            </a:r>
            <a:r>
              <a:rPr lang="en-GB" dirty="0" err="1"/>
              <a:t>SkillPilot</a:t>
            </a:r>
            <a:r>
              <a:rPr lang="en-GB" dirty="0"/>
              <a:t> efficiently, ensuring a reliable, secure, and scalable environment for the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AED06C-DB50-37B4-7C78-29E72A111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45" y="1170964"/>
            <a:ext cx="9769675" cy="512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ACBCD-3044-E398-51A8-EFF70B48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521" y="1147316"/>
            <a:ext cx="9279995" cy="486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B0D639-20B9-7635-FFA2-2A978B48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47" y="565715"/>
            <a:ext cx="10948106" cy="572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781A-DA77-693D-1643-77E479E2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99220-B6E5-9480-E11D-CEFFBF7F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30" y="540153"/>
            <a:ext cx="11012922" cy="577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1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B83E-B660-38DF-D5C5-38D6D09B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AA2D76-BD34-9E76-44CA-F4B875BAE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21" y="813216"/>
            <a:ext cx="10478358" cy="550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0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B7E1-2515-9C98-15DF-0EF2341F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E9A2FD-18D2-27B7-C6A6-AF5C1F0FE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37" y="610118"/>
            <a:ext cx="10714264" cy="563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60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D2AE-8468-FF63-1CDC-4B38059FD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186" y="611601"/>
            <a:ext cx="8104665" cy="59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A9A586E-FFED-EE09-C793-6C19C3B8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912947E4-CA6E-7051-8ABE-D1FD8C1A4497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103DFD-0E0D-66C8-5292-A56706F3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964" y="1155151"/>
            <a:ext cx="7230484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37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452306"/>
            <a:ext cx="74066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Role of Agentic AI in </a:t>
            </a:r>
            <a:r>
              <a:rPr lang="en-GB" b="1" dirty="0" err="1"/>
              <a:t>SkillPilot</a:t>
            </a:r>
            <a:r>
              <a:rPr lang="en-GB" b="1" dirty="0"/>
              <a:t> </a:t>
            </a:r>
          </a:p>
          <a:p>
            <a:r>
              <a:rPr lang="en-GB" dirty="0"/>
              <a:t>Agentic AI enables </a:t>
            </a:r>
            <a:r>
              <a:rPr lang="en-GB" dirty="0" err="1"/>
              <a:t>SkillPilot</a:t>
            </a:r>
            <a:r>
              <a:rPr lang="en-GB" dirty="0"/>
              <a:t> to function as an intelligent, autonomous coach rather than a simple chatbot. Using IBM watsonx.ai and IBM Granite models, it coordinates multiple specialized agents to deliver personalized learning guidance.</a:t>
            </a:r>
          </a:p>
          <a:p>
            <a:r>
              <a:rPr lang="en-GB" dirty="0"/>
              <a:t>Each agent performs a specific role — such as identifying career goals, assessing skill level, generating course roadmaps, and tracking progress — while working collaboratively. This multi-agent approach ensures efficient task execution and accurate, relevant results.</a:t>
            </a:r>
          </a:p>
          <a:p>
            <a:r>
              <a:rPr lang="en-GB" dirty="0"/>
              <a:t>Agentic AI also brings context awareness, understanding user details like interests, current skill level, and desired timeline to generate tailored roadmaps. It supports real-time adaptation, continuously updating the learning plan based on user inputs like completed modules and study pace.</a:t>
            </a:r>
          </a:p>
          <a:p>
            <a:r>
              <a:rPr lang="en-GB" dirty="0"/>
              <a:t>Additionally, agents communicate with each other, enabling better decision-making and a more coherent learning journey.</a:t>
            </a:r>
          </a:p>
          <a:p>
            <a:r>
              <a:rPr lang="en-GB" dirty="0"/>
              <a:t>Overall, Agentic AI makes the system proactive, personalized, and goal-driven, acting like a smart digital mentor that helps students stay on track toward career-ready skills.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Token/ </a:t>
            </a:r>
            <a:r>
              <a:rPr lang="en-US" sz="2400" b="1" dirty="0" err="1">
                <a:sym typeface="Times New Roman"/>
              </a:rPr>
              <a:t>Bobcoins</a:t>
            </a:r>
            <a:r>
              <a:rPr lang="en-US" sz="2400" b="1" dirty="0">
                <a:sym typeface="Times New Roman"/>
              </a:rPr>
              <a:t> Usage 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33 </a:t>
            </a:r>
            <a:r>
              <a:rPr lang="en-US" dirty="0" err="1"/>
              <a:t>Bobcoins</a:t>
            </a:r>
            <a:r>
              <a:rPr lang="en-US" dirty="0"/>
              <a:t>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3F781-2510-DF20-033F-0C3C8B33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628" y="2630542"/>
            <a:ext cx="5144760" cy="24157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82641B-81BE-3A56-6A92-5C071E3E5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42" y="2800103"/>
            <a:ext cx="5468904" cy="22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B5ED8-B0B2-A390-E0AA-AC92F5C83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73" y="1044263"/>
            <a:ext cx="10683225" cy="518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54C75C-70C5-68EB-D833-F9CC033B7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70" y="875943"/>
            <a:ext cx="11707859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E8A73-3FCE-15E6-C963-C099C5FFF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24" y="1331097"/>
            <a:ext cx="10192435" cy="42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7B2ABDA-16FF-4053-F18C-96A136E0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4E8C34E7-D432-7F47-09E2-8ED677E22970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6D9114D8-F104-CD55-52A0-E523A0104530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B46A2C2-D7ED-E253-C62F-AAFDCB7B9821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4EA9B394-268E-E203-D17D-5A00F403B00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063A5B-0F06-0074-572A-DFEC5EDCF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26" y="1203836"/>
            <a:ext cx="10483547" cy="445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43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A938B1B-513F-78AF-94B7-B567C318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DDA2F25-F0D1-D431-9508-5BB09F4D92B9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1AD37E39-E643-76A8-96D9-E298D3D7BAC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51CFFD84-F676-3748-9396-901A3856AB15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5A67F49-238E-925D-1A26-786478FE198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7E7EB-3FA7-C504-76F5-3F9C84CC0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13" y="1069957"/>
            <a:ext cx="11276490" cy="474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11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42AF3-D298-9BF7-A09A-BFCAAF6E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1B8F134-AE65-8273-BB29-66838D47559A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73B7E8F6-79CC-8ABE-11D1-B5B2BB2CEA4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9CFE85F-C878-FA28-AF9E-A179EE9011B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52FE6FE9-9554-CE30-0CF1-E12A9FA4F4F4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E8C5B-ED0C-5314-D0BE-135791C67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086178"/>
            <a:ext cx="11129400" cy="471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57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45008" y="1192018"/>
            <a:ext cx="11301984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 err="1"/>
              <a:t>SkillPilot</a:t>
            </a:r>
            <a:r>
              <a:rPr lang="en-GB" b="1" dirty="0"/>
              <a:t> stands out by going beyond a traditional course recommendation system.</a:t>
            </a:r>
            <a:r>
              <a:rPr lang="en-GB" dirty="0"/>
              <a:t> It works as an </a:t>
            </a:r>
            <a:r>
              <a:rPr lang="en-GB" b="1" dirty="0"/>
              <a:t>Agentic AI learning coach</a:t>
            </a:r>
            <a:r>
              <a:rPr lang="en-GB" dirty="0"/>
              <a:t> that understands a student’s goals, interests, and current skills, identifies skill gaps, and continuously adapts the learning roadmap based on progress and feedback.</a:t>
            </a:r>
          </a:p>
          <a:p>
            <a:pPr>
              <a:lnSpc>
                <a:spcPct val="150000"/>
              </a:lnSpc>
            </a:pPr>
            <a:r>
              <a:rPr lang="en-GB" dirty="0"/>
              <a:t>🤖 </a:t>
            </a:r>
            <a:r>
              <a:rPr lang="en-GB" b="1" dirty="0"/>
              <a:t>Agentic AI Coach</a:t>
            </a:r>
            <a:r>
              <a:rPr lang="en-GB" dirty="0"/>
              <a:t> – Uses IBM Granite to provide personalized guidance. </a:t>
            </a:r>
          </a:p>
          <a:p>
            <a:pPr>
              <a:lnSpc>
                <a:spcPct val="150000"/>
              </a:lnSpc>
            </a:pPr>
            <a:r>
              <a:rPr lang="en-GB" dirty="0"/>
              <a:t>🎯 </a:t>
            </a:r>
            <a:r>
              <a:rPr lang="en-GB" b="1" dirty="0"/>
              <a:t>Skill-Gap Analysis</a:t>
            </a:r>
            <a:r>
              <a:rPr lang="en-GB" dirty="0"/>
              <a:t> – Identifies what the student needs to learn next. </a:t>
            </a:r>
          </a:p>
          <a:p>
            <a:pPr>
              <a:lnSpc>
                <a:spcPct val="150000"/>
              </a:lnSpc>
            </a:pPr>
            <a:r>
              <a:rPr lang="en-GB" dirty="0"/>
              <a:t>🛣️ </a:t>
            </a:r>
            <a:r>
              <a:rPr lang="en-GB" b="1" dirty="0"/>
              <a:t>Dynamic Roadmap</a:t>
            </a:r>
            <a:r>
              <a:rPr lang="en-GB" dirty="0"/>
              <a:t> – Automatically updates the course path as the student progresses. </a:t>
            </a:r>
          </a:p>
          <a:p>
            <a:pPr>
              <a:lnSpc>
                <a:spcPct val="150000"/>
              </a:lnSpc>
            </a:pPr>
            <a:r>
              <a:rPr lang="en-GB" dirty="0"/>
              <a:t>🧠 </a:t>
            </a:r>
            <a:r>
              <a:rPr lang="en-GB" b="1" dirty="0"/>
              <a:t>Personalized Recommendations</a:t>
            </a:r>
            <a:r>
              <a:rPr lang="en-GB" dirty="0"/>
              <a:t> – Considers interests, skill level, goals, and preferences. </a:t>
            </a:r>
          </a:p>
          <a:p>
            <a:pPr>
              <a:lnSpc>
                <a:spcPct val="150000"/>
              </a:lnSpc>
            </a:pPr>
            <a:r>
              <a:rPr lang="en-GB" dirty="0"/>
              <a:t>🔄 </a:t>
            </a:r>
            <a:r>
              <a:rPr lang="en-GB" b="1" dirty="0"/>
              <a:t>Continuous Adaptation</a:t>
            </a:r>
            <a:r>
              <a:rPr lang="en-GB" dirty="0"/>
              <a:t> – Learns from performance and feedback instead of giving a fixed roadmap. </a:t>
            </a:r>
          </a:p>
          <a:p>
            <a:pPr>
              <a:lnSpc>
                <a:spcPct val="150000"/>
              </a:lnSpc>
            </a:pPr>
            <a:r>
              <a:rPr lang="en-GB" dirty="0"/>
              <a:t>☁️ </a:t>
            </a:r>
            <a:r>
              <a:rPr lang="en-GB" b="1" dirty="0"/>
              <a:t>IBM Technology Integration</a:t>
            </a:r>
            <a:r>
              <a:rPr lang="en-GB" dirty="0"/>
              <a:t> – Built using IBM Cloud Lite services and IBM Granite.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E5FDC-1F8C-84AE-7415-D228B2B4A66E}"/>
              </a:ext>
            </a:extLst>
          </p:cNvPr>
          <p:cNvSpPr txBox="1"/>
          <p:nvPr/>
        </p:nvSpPr>
        <p:spPr>
          <a:xfrm>
            <a:off x="1394222" y="1795299"/>
            <a:ext cx="6093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https://github.com/AaryaMZP/Course_Pathway_Agent.git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669485" y="1044263"/>
            <a:ext cx="10853029" cy="539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GB" sz="2000" dirty="0" err="1"/>
              <a:t>SkillPilot</a:t>
            </a:r>
            <a:r>
              <a:rPr lang="en-GB" sz="2000" dirty="0"/>
              <a:t> can be further enhanced into a more intelligent and comprehensive </a:t>
            </a:r>
            <a:r>
              <a:rPr lang="en-GB" sz="2000" b="1" dirty="0"/>
              <a:t>AI-powered learning pathway platform</a:t>
            </a:r>
            <a:r>
              <a:rPr lang="en-GB" sz="2000" dirty="0"/>
              <a:t>, helping students not only choose what to learn but also track and improve their skills throughout their career journey.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📊 </a:t>
            </a:r>
            <a:r>
              <a:rPr lang="en-GB" sz="2000" b="1" dirty="0"/>
              <a:t>Progress Tracking</a:t>
            </a:r>
            <a:r>
              <a:rPr lang="en-GB" sz="2000" dirty="0"/>
              <a:t> – Track completed courses, skills, and learning progress.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🔄 </a:t>
            </a:r>
            <a:r>
              <a:rPr lang="en-GB" sz="2000" b="1" dirty="0"/>
              <a:t>Real-Time Roadmap Adaptation</a:t>
            </a:r>
            <a:r>
              <a:rPr lang="en-GB" sz="2000" dirty="0"/>
              <a:t> – Automatically update pathways based on performance and changing goals.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🧪 </a:t>
            </a:r>
            <a:r>
              <a:rPr lang="en-GB" sz="2000" b="1" dirty="0"/>
              <a:t>Skill Assessment</a:t>
            </a:r>
            <a:r>
              <a:rPr lang="en-GB" sz="2000" dirty="0"/>
              <a:t> – Add quizzes or coding assessments to measure actual skill levels.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💼 </a:t>
            </a:r>
            <a:r>
              <a:rPr lang="en-GB" sz="2000" b="1" dirty="0"/>
              <a:t>Job Market Integration</a:t>
            </a:r>
            <a:r>
              <a:rPr lang="en-GB" sz="2000" dirty="0"/>
              <a:t> – Align learning paths with current industry demands and job roles.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📚 </a:t>
            </a:r>
            <a:r>
              <a:rPr lang="en-GB" sz="2000" b="1" dirty="0"/>
              <a:t>Course Platform Integration</a:t>
            </a:r>
            <a:r>
              <a:rPr lang="en-GB" sz="2000" dirty="0"/>
              <a:t> – Connect with platforms such as Coursera, Udemy, and YouTube to recommend relevant resources.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GB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05FC0-A123-2DC3-6F26-1198BA3BF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588" y="1035586"/>
            <a:ext cx="6413221" cy="495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353300-C9B4-A7EC-660A-6B59377D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87" y="1244361"/>
            <a:ext cx="7620349" cy="538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1246</Words>
  <Application>Microsoft Office PowerPoint</Application>
  <PresentationFormat>Widescreen</PresentationFormat>
  <Paragraphs>112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Aarya Dubey</cp:lastModifiedBy>
  <cp:revision>3</cp:revision>
  <dcterms:created xsi:type="dcterms:W3CDTF">2025-07-08T05:06:56Z</dcterms:created>
  <dcterms:modified xsi:type="dcterms:W3CDTF">2026-09-09T13:50:04Z</dcterms:modified>
</cp:coreProperties>
</file>